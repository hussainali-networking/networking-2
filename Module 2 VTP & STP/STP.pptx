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7B5B"/>
    <a:srgbClr val="867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A37B8E-D01C-4F5D-8953-9A53843E5079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DA96C2-62ED-488B-AA65-68136C31BFE4}">
      <dgm:prSet/>
      <dgm:spPr/>
      <dgm:t>
        <a:bodyPr/>
        <a:lstStyle/>
        <a:p>
          <a:r>
            <a:rPr lang="en-US"/>
            <a:t>What STP is and what it does</a:t>
          </a:r>
        </a:p>
      </dgm:t>
    </dgm:pt>
    <dgm:pt modelId="{4AE94B77-28B4-4231-BEB7-0A6260FDBB0F}" type="parTrans" cxnId="{AA932DF2-2F7C-4299-BEFB-42FBB87D1F37}">
      <dgm:prSet/>
      <dgm:spPr/>
      <dgm:t>
        <a:bodyPr/>
        <a:lstStyle/>
        <a:p>
          <a:endParaRPr lang="en-US"/>
        </a:p>
      </dgm:t>
    </dgm:pt>
    <dgm:pt modelId="{9AB0FDD6-3E22-4C15-84EB-0D42BA4DDE0C}" type="sibTrans" cxnId="{AA932DF2-2F7C-4299-BEFB-42FBB87D1F37}">
      <dgm:prSet/>
      <dgm:spPr/>
      <dgm:t>
        <a:bodyPr/>
        <a:lstStyle/>
        <a:p>
          <a:endParaRPr lang="en-US"/>
        </a:p>
      </dgm:t>
    </dgm:pt>
    <dgm:pt modelId="{1DA5A45A-1B39-4D53-95ED-1BC1849C95D2}">
      <dgm:prSet/>
      <dgm:spPr/>
      <dgm:t>
        <a:bodyPr/>
        <a:lstStyle/>
        <a:p>
          <a:r>
            <a:rPr lang="en-US"/>
            <a:t>Bridge ID and Priority</a:t>
          </a:r>
        </a:p>
      </dgm:t>
    </dgm:pt>
    <dgm:pt modelId="{7F4CF3AD-A4AE-4F90-884A-84F709270735}" type="parTrans" cxnId="{FC215B36-2C97-4ACA-B859-6B8C7BC57214}">
      <dgm:prSet/>
      <dgm:spPr/>
      <dgm:t>
        <a:bodyPr/>
        <a:lstStyle/>
        <a:p>
          <a:endParaRPr lang="en-US"/>
        </a:p>
      </dgm:t>
    </dgm:pt>
    <dgm:pt modelId="{FE34BFB3-8FA8-44E3-ADDB-08D3D4A1FE2A}" type="sibTrans" cxnId="{FC215B36-2C97-4ACA-B859-6B8C7BC57214}">
      <dgm:prSet/>
      <dgm:spPr/>
      <dgm:t>
        <a:bodyPr/>
        <a:lstStyle/>
        <a:p>
          <a:endParaRPr lang="en-US"/>
        </a:p>
      </dgm:t>
    </dgm:pt>
    <dgm:pt modelId="{32E434F7-663F-4915-AA71-6C6667954A15}">
      <dgm:prSet/>
      <dgm:spPr/>
      <dgm:t>
        <a:bodyPr/>
        <a:lstStyle/>
        <a:p>
          <a:r>
            <a:rPr lang="en-US"/>
            <a:t>Root Bridge election</a:t>
          </a:r>
        </a:p>
      </dgm:t>
    </dgm:pt>
    <dgm:pt modelId="{6D59125A-DD6A-44DA-BE46-0F3B5D7F4002}" type="parTrans" cxnId="{7F5AC29E-9227-4E9A-8980-441657A0F1CB}">
      <dgm:prSet/>
      <dgm:spPr/>
      <dgm:t>
        <a:bodyPr/>
        <a:lstStyle/>
        <a:p>
          <a:endParaRPr lang="en-US"/>
        </a:p>
      </dgm:t>
    </dgm:pt>
    <dgm:pt modelId="{7432C506-1CCC-4A42-973C-E81B55A829BB}" type="sibTrans" cxnId="{7F5AC29E-9227-4E9A-8980-441657A0F1CB}">
      <dgm:prSet/>
      <dgm:spPr/>
      <dgm:t>
        <a:bodyPr/>
        <a:lstStyle/>
        <a:p>
          <a:endParaRPr lang="en-US"/>
        </a:p>
      </dgm:t>
    </dgm:pt>
    <dgm:pt modelId="{5ED8026D-4CAE-4720-B21C-308AF968DABF}">
      <dgm:prSet/>
      <dgm:spPr/>
      <dgm:t>
        <a:bodyPr/>
        <a:lstStyle/>
        <a:p>
          <a:r>
            <a:rPr lang="en-US" dirty="0"/>
            <a:t>STP port roles</a:t>
          </a:r>
        </a:p>
      </dgm:t>
    </dgm:pt>
    <dgm:pt modelId="{1928ADDE-1E65-4ADA-8D83-BC96C2C6E5F0}" type="parTrans" cxnId="{9E6FE054-D2B0-4F94-97A6-7283836EFE8E}">
      <dgm:prSet/>
      <dgm:spPr/>
      <dgm:t>
        <a:bodyPr/>
        <a:lstStyle/>
        <a:p>
          <a:endParaRPr lang="en-US"/>
        </a:p>
      </dgm:t>
    </dgm:pt>
    <dgm:pt modelId="{98A703D0-E95D-4ED2-9850-EC2F4C9A4C58}" type="sibTrans" cxnId="{9E6FE054-D2B0-4F94-97A6-7283836EFE8E}">
      <dgm:prSet/>
      <dgm:spPr/>
      <dgm:t>
        <a:bodyPr/>
        <a:lstStyle/>
        <a:p>
          <a:endParaRPr lang="en-US"/>
        </a:p>
      </dgm:t>
    </dgm:pt>
    <dgm:pt modelId="{1CBA6889-1A99-42AE-9423-6CC360D380FB}">
      <dgm:prSet/>
      <dgm:spPr/>
      <dgm:t>
        <a:bodyPr/>
        <a:lstStyle/>
        <a:p>
          <a:r>
            <a:rPr lang="en-US"/>
            <a:t>How STP builds the tree</a:t>
          </a:r>
        </a:p>
      </dgm:t>
    </dgm:pt>
    <dgm:pt modelId="{30A624CF-6EE3-4B55-8C96-A750D3FAF64F}" type="parTrans" cxnId="{ECD6B1D9-1706-4A13-AB59-3EC9B13E1B78}">
      <dgm:prSet/>
      <dgm:spPr/>
      <dgm:t>
        <a:bodyPr/>
        <a:lstStyle/>
        <a:p>
          <a:endParaRPr lang="en-US"/>
        </a:p>
      </dgm:t>
    </dgm:pt>
    <dgm:pt modelId="{7C27539F-9735-41F5-8D08-B362F4C34CEF}" type="sibTrans" cxnId="{ECD6B1D9-1706-4A13-AB59-3EC9B13E1B78}">
      <dgm:prSet/>
      <dgm:spPr/>
      <dgm:t>
        <a:bodyPr/>
        <a:lstStyle/>
        <a:p>
          <a:endParaRPr lang="en-US"/>
        </a:p>
      </dgm:t>
    </dgm:pt>
    <dgm:pt modelId="{15F9E128-DCB4-4CF1-8626-F511D9FC5203}">
      <dgm:prSet/>
      <dgm:spPr/>
      <dgm:t>
        <a:bodyPr/>
        <a:lstStyle/>
        <a:p>
          <a:r>
            <a:rPr lang="en-US" dirty="0"/>
            <a:t>Walkthrough example topology</a:t>
          </a:r>
        </a:p>
      </dgm:t>
    </dgm:pt>
    <dgm:pt modelId="{4547DCD3-82A8-427A-A052-C2F77B750477}" type="parTrans" cxnId="{9E407331-EEFB-417D-A9A3-B836A7F32CB7}">
      <dgm:prSet/>
      <dgm:spPr/>
      <dgm:t>
        <a:bodyPr/>
        <a:lstStyle/>
        <a:p>
          <a:endParaRPr lang="en-US"/>
        </a:p>
      </dgm:t>
    </dgm:pt>
    <dgm:pt modelId="{BB65B2ED-11A7-4F05-BAD1-DE1664A3566B}" type="sibTrans" cxnId="{9E407331-EEFB-417D-A9A3-B836A7F32CB7}">
      <dgm:prSet/>
      <dgm:spPr/>
      <dgm:t>
        <a:bodyPr/>
        <a:lstStyle/>
        <a:p>
          <a:endParaRPr lang="en-US"/>
        </a:p>
      </dgm:t>
    </dgm:pt>
    <dgm:pt modelId="{E0AF2502-47AC-441E-B886-AB0D1FA19227}">
      <dgm:prSet/>
      <dgm:spPr/>
      <dgm:t>
        <a:bodyPr/>
        <a:lstStyle/>
        <a:p>
          <a:r>
            <a:rPr lang="en-US" dirty="0"/>
            <a:t>Why Layer-2 loops are dangerous</a:t>
          </a:r>
        </a:p>
      </dgm:t>
    </dgm:pt>
    <dgm:pt modelId="{7AAAA2D2-7290-4CDE-850F-510EEA1739A3}" type="sibTrans" cxnId="{DE990009-8985-4123-98A0-6AB8235707F1}">
      <dgm:prSet/>
      <dgm:spPr/>
      <dgm:t>
        <a:bodyPr/>
        <a:lstStyle/>
        <a:p>
          <a:endParaRPr lang="en-US"/>
        </a:p>
      </dgm:t>
    </dgm:pt>
    <dgm:pt modelId="{6DD5E3EC-AF69-49FF-8034-0023994B051E}" type="parTrans" cxnId="{DE990009-8985-4123-98A0-6AB8235707F1}">
      <dgm:prSet/>
      <dgm:spPr/>
      <dgm:t>
        <a:bodyPr/>
        <a:lstStyle/>
        <a:p>
          <a:endParaRPr lang="en-US"/>
        </a:p>
      </dgm:t>
    </dgm:pt>
    <dgm:pt modelId="{3822FE56-657D-4597-84F5-945D88E3AC71}" type="pres">
      <dgm:prSet presAssocID="{E8A37B8E-D01C-4F5D-8953-9A53843E5079}" presName="Name0" presStyleCnt="0">
        <dgm:presLayoutVars>
          <dgm:dir/>
          <dgm:resizeHandles val="exact"/>
        </dgm:presLayoutVars>
      </dgm:prSet>
      <dgm:spPr/>
    </dgm:pt>
    <dgm:pt modelId="{022847AE-FC8D-4E12-865A-32907DBE5CD9}" type="pres">
      <dgm:prSet presAssocID="{E0AF2502-47AC-441E-B886-AB0D1FA19227}" presName="node" presStyleLbl="node1" presStyleIdx="0" presStyleCnt="7">
        <dgm:presLayoutVars>
          <dgm:bulletEnabled val="1"/>
        </dgm:presLayoutVars>
      </dgm:prSet>
      <dgm:spPr/>
    </dgm:pt>
    <dgm:pt modelId="{9528607D-69BC-4AD8-91C1-87D85A8D2546}" type="pres">
      <dgm:prSet presAssocID="{7AAAA2D2-7290-4CDE-850F-510EEA1739A3}" presName="sibTrans" presStyleLbl="sibTrans1D1" presStyleIdx="0" presStyleCnt="6"/>
      <dgm:spPr/>
    </dgm:pt>
    <dgm:pt modelId="{39C1AB9A-E6A2-479F-8DFB-36DC777B642C}" type="pres">
      <dgm:prSet presAssocID="{7AAAA2D2-7290-4CDE-850F-510EEA1739A3}" presName="connectorText" presStyleLbl="sibTrans1D1" presStyleIdx="0" presStyleCnt="6"/>
      <dgm:spPr/>
    </dgm:pt>
    <dgm:pt modelId="{D5E2CEF7-C099-43F2-9564-CE4F8907CF73}" type="pres">
      <dgm:prSet presAssocID="{3ADA96C2-62ED-488B-AA65-68136C31BFE4}" presName="node" presStyleLbl="node1" presStyleIdx="1" presStyleCnt="7">
        <dgm:presLayoutVars>
          <dgm:bulletEnabled val="1"/>
        </dgm:presLayoutVars>
      </dgm:prSet>
      <dgm:spPr/>
    </dgm:pt>
    <dgm:pt modelId="{72F04C22-37C8-438A-8559-4297CACC8A27}" type="pres">
      <dgm:prSet presAssocID="{9AB0FDD6-3E22-4C15-84EB-0D42BA4DDE0C}" presName="sibTrans" presStyleLbl="sibTrans1D1" presStyleIdx="1" presStyleCnt="6"/>
      <dgm:spPr/>
    </dgm:pt>
    <dgm:pt modelId="{015513F1-00E7-4A83-9A19-ABE3C7D79953}" type="pres">
      <dgm:prSet presAssocID="{9AB0FDD6-3E22-4C15-84EB-0D42BA4DDE0C}" presName="connectorText" presStyleLbl="sibTrans1D1" presStyleIdx="1" presStyleCnt="6"/>
      <dgm:spPr/>
    </dgm:pt>
    <dgm:pt modelId="{9D308056-58C3-410F-A795-2772ED230579}" type="pres">
      <dgm:prSet presAssocID="{1DA5A45A-1B39-4D53-95ED-1BC1849C95D2}" presName="node" presStyleLbl="node1" presStyleIdx="2" presStyleCnt="7">
        <dgm:presLayoutVars>
          <dgm:bulletEnabled val="1"/>
        </dgm:presLayoutVars>
      </dgm:prSet>
      <dgm:spPr/>
    </dgm:pt>
    <dgm:pt modelId="{F8C9F8E4-B619-43BE-BCC5-9EBA3FCA740E}" type="pres">
      <dgm:prSet presAssocID="{FE34BFB3-8FA8-44E3-ADDB-08D3D4A1FE2A}" presName="sibTrans" presStyleLbl="sibTrans1D1" presStyleIdx="2" presStyleCnt="6"/>
      <dgm:spPr/>
    </dgm:pt>
    <dgm:pt modelId="{0909369F-A948-48BE-9051-C78D223F605A}" type="pres">
      <dgm:prSet presAssocID="{FE34BFB3-8FA8-44E3-ADDB-08D3D4A1FE2A}" presName="connectorText" presStyleLbl="sibTrans1D1" presStyleIdx="2" presStyleCnt="6"/>
      <dgm:spPr/>
    </dgm:pt>
    <dgm:pt modelId="{451DF69F-9D6C-4236-8E4C-345025CB2108}" type="pres">
      <dgm:prSet presAssocID="{32E434F7-663F-4915-AA71-6C6667954A15}" presName="node" presStyleLbl="node1" presStyleIdx="3" presStyleCnt="7">
        <dgm:presLayoutVars>
          <dgm:bulletEnabled val="1"/>
        </dgm:presLayoutVars>
      </dgm:prSet>
      <dgm:spPr/>
    </dgm:pt>
    <dgm:pt modelId="{06F5A354-FA4B-49B7-86BD-6FFDF8C6E20A}" type="pres">
      <dgm:prSet presAssocID="{7432C506-1CCC-4A42-973C-E81B55A829BB}" presName="sibTrans" presStyleLbl="sibTrans1D1" presStyleIdx="3" presStyleCnt="6"/>
      <dgm:spPr/>
    </dgm:pt>
    <dgm:pt modelId="{A5714A6D-567F-49A9-A1B4-518A266401A4}" type="pres">
      <dgm:prSet presAssocID="{7432C506-1CCC-4A42-973C-E81B55A829BB}" presName="connectorText" presStyleLbl="sibTrans1D1" presStyleIdx="3" presStyleCnt="6"/>
      <dgm:spPr/>
    </dgm:pt>
    <dgm:pt modelId="{B27D8A1D-B26F-40B1-A65D-E77011A4E07A}" type="pres">
      <dgm:prSet presAssocID="{5ED8026D-4CAE-4720-B21C-308AF968DABF}" presName="node" presStyleLbl="node1" presStyleIdx="4" presStyleCnt="7">
        <dgm:presLayoutVars>
          <dgm:bulletEnabled val="1"/>
        </dgm:presLayoutVars>
      </dgm:prSet>
      <dgm:spPr/>
    </dgm:pt>
    <dgm:pt modelId="{A1A2FA21-49AC-41DB-8FDB-D7904C856433}" type="pres">
      <dgm:prSet presAssocID="{98A703D0-E95D-4ED2-9850-EC2F4C9A4C58}" presName="sibTrans" presStyleLbl="sibTrans1D1" presStyleIdx="4" presStyleCnt="6"/>
      <dgm:spPr/>
    </dgm:pt>
    <dgm:pt modelId="{4141C822-E253-481D-B7B5-F6267CC33CEF}" type="pres">
      <dgm:prSet presAssocID="{98A703D0-E95D-4ED2-9850-EC2F4C9A4C58}" presName="connectorText" presStyleLbl="sibTrans1D1" presStyleIdx="4" presStyleCnt="6"/>
      <dgm:spPr/>
    </dgm:pt>
    <dgm:pt modelId="{E9F2E137-AD4C-48EF-AF10-EFFAE60F8B1D}" type="pres">
      <dgm:prSet presAssocID="{1CBA6889-1A99-42AE-9423-6CC360D380FB}" presName="node" presStyleLbl="node1" presStyleIdx="5" presStyleCnt="7">
        <dgm:presLayoutVars>
          <dgm:bulletEnabled val="1"/>
        </dgm:presLayoutVars>
      </dgm:prSet>
      <dgm:spPr/>
    </dgm:pt>
    <dgm:pt modelId="{BF154704-7331-4440-87C1-62CD2E690A1F}" type="pres">
      <dgm:prSet presAssocID="{7C27539F-9735-41F5-8D08-B362F4C34CEF}" presName="sibTrans" presStyleLbl="sibTrans1D1" presStyleIdx="5" presStyleCnt="6"/>
      <dgm:spPr/>
    </dgm:pt>
    <dgm:pt modelId="{BB090E72-A5CF-423D-AD9A-1F09E947E4FD}" type="pres">
      <dgm:prSet presAssocID="{7C27539F-9735-41F5-8D08-B362F4C34CEF}" presName="connectorText" presStyleLbl="sibTrans1D1" presStyleIdx="5" presStyleCnt="6"/>
      <dgm:spPr/>
    </dgm:pt>
    <dgm:pt modelId="{EC5F4DDD-7AD5-4B1C-982D-363331E2D782}" type="pres">
      <dgm:prSet presAssocID="{15F9E128-DCB4-4CF1-8626-F511D9FC5203}" presName="node" presStyleLbl="node1" presStyleIdx="6" presStyleCnt="7">
        <dgm:presLayoutVars>
          <dgm:bulletEnabled val="1"/>
        </dgm:presLayoutVars>
      </dgm:prSet>
      <dgm:spPr/>
    </dgm:pt>
  </dgm:ptLst>
  <dgm:cxnLst>
    <dgm:cxn modelId="{DE990009-8985-4123-98A0-6AB8235707F1}" srcId="{E8A37B8E-D01C-4F5D-8953-9A53843E5079}" destId="{E0AF2502-47AC-441E-B886-AB0D1FA19227}" srcOrd="0" destOrd="0" parTransId="{6DD5E3EC-AF69-49FF-8034-0023994B051E}" sibTransId="{7AAAA2D2-7290-4CDE-850F-510EEA1739A3}"/>
    <dgm:cxn modelId="{26C63D16-5CBA-43B0-89D1-3294C01A6D6A}" type="presOf" srcId="{7C27539F-9735-41F5-8D08-B362F4C34CEF}" destId="{BF154704-7331-4440-87C1-62CD2E690A1F}" srcOrd="0" destOrd="0" presId="urn:microsoft.com/office/officeart/2016/7/layout/RepeatingBendingProcessNew"/>
    <dgm:cxn modelId="{FF4BEF1C-39F5-463B-8CFE-3A0A264AE361}" type="presOf" srcId="{7C27539F-9735-41F5-8D08-B362F4C34CEF}" destId="{BB090E72-A5CF-423D-AD9A-1F09E947E4FD}" srcOrd="1" destOrd="0" presId="urn:microsoft.com/office/officeart/2016/7/layout/RepeatingBendingProcessNew"/>
    <dgm:cxn modelId="{9707EB21-5325-4606-A0EA-4C45D4CC45E8}" type="presOf" srcId="{98A703D0-E95D-4ED2-9850-EC2F4C9A4C58}" destId="{A1A2FA21-49AC-41DB-8FDB-D7904C856433}" srcOrd="0" destOrd="0" presId="urn:microsoft.com/office/officeart/2016/7/layout/RepeatingBendingProcessNew"/>
    <dgm:cxn modelId="{5513BF30-BA7A-4EE0-8ABE-C8C242CE43F5}" type="presOf" srcId="{3ADA96C2-62ED-488B-AA65-68136C31BFE4}" destId="{D5E2CEF7-C099-43F2-9564-CE4F8907CF73}" srcOrd="0" destOrd="0" presId="urn:microsoft.com/office/officeart/2016/7/layout/RepeatingBendingProcessNew"/>
    <dgm:cxn modelId="{9E407331-EEFB-417D-A9A3-B836A7F32CB7}" srcId="{E8A37B8E-D01C-4F5D-8953-9A53843E5079}" destId="{15F9E128-DCB4-4CF1-8626-F511D9FC5203}" srcOrd="6" destOrd="0" parTransId="{4547DCD3-82A8-427A-A052-C2F77B750477}" sibTransId="{BB65B2ED-11A7-4F05-BAD1-DE1664A3566B}"/>
    <dgm:cxn modelId="{FC215B36-2C97-4ACA-B859-6B8C7BC57214}" srcId="{E8A37B8E-D01C-4F5D-8953-9A53843E5079}" destId="{1DA5A45A-1B39-4D53-95ED-1BC1849C95D2}" srcOrd="2" destOrd="0" parTransId="{7F4CF3AD-A4AE-4F90-884A-84F709270735}" sibTransId="{FE34BFB3-8FA8-44E3-ADDB-08D3D4A1FE2A}"/>
    <dgm:cxn modelId="{F8A1273F-6D6C-43AF-8339-FE16970673BC}" type="presOf" srcId="{5ED8026D-4CAE-4720-B21C-308AF968DABF}" destId="{B27D8A1D-B26F-40B1-A65D-E77011A4E07A}" srcOrd="0" destOrd="0" presId="urn:microsoft.com/office/officeart/2016/7/layout/RepeatingBendingProcessNew"/>
    <dgm:cxn modelId="{B1DABD42-73EC-4751-B945-D835E986B05C}" type="presOf" srcId="{7AAAA2D2-7290-4CDE-850F-510EEA1739A3}" destId="{9528607D-69BC-4AD8-91C1-87D85A8D2546}" srcOrd="0" destOrd="0" presId="urn:microsoft.com/office/officeart/2016/7/layout/RepeatingBendingProcessNew"/>
    <dgm:cxn modelId="{A3761543-967C-4A58-AB00-8E9199E8D8FC}" type="presOf" srcId="{98A703D0-E95D-4ED2-9850-EC2F4C9A4C58}" destId="{4141C822-E253-481D-B7B5-F6267CC33CEF}" srcOrd="1" destOrd="0" presId="urn:microsoft.com/office/officeart/2016/7/layout/RepeatingBendingProcessNew"/>
    <dgm:cxn modelId="{AFE55C48-BC64-4301-8D28-5E0283A76B88}" type="presOf" srcId="{7432C506-1CCC-4A42-973C-E81B55A829BB}" destId="{A5714A6D-567F-49A9-A1B4-518A266401A4}" srcOrd="1" destOrd="0" presId="urn:microsoft.com/office/officeart/2016/7/layout/RepeatingBendingProcessNew"/>
    <dgm:cxn modelId="{65F66871-5B1B-4961-BA0C-91AFEAD8435D}" type="presOf" srcId="{FE34BFB3-8FA8-44E3-ADDB-08D3D4A1FE2A}" destId="{F8C9F8E4-B619-43BE-BCC5-9EBA3FCA740E}" srcOrd="0" destOrd="0" presId="urn:microsoft.com/office/officeart/2016/7/layout/RepeatingBendingProcessNew"/>
    <dgm:cxn modelId="{F50C2054-E11B-4D5C-A5B0-992CCAB65E5D}" type="presOf" srcId="{7AAAA2D2-7290-4CDE-850F-510EEA1739A3}" destId="{39C1AB9A-E6A2-479F-8DFB-36DC777B642C}" srcOrd="1" destOrd="0" presId="urn:microsoft.com/office/officeart/2016/7/layout/RepeatingBendingProcessNew"/>
    <dgm:cxn modelId="{9E6FE054-D2B0-4F94-97A6-7283836EFE8E}" srcId="{E8A37B8E-D01C-4F5D-8953-9A53843E5079}" destId="{5ED8026D-4CAE-4720-B21C-308AF968DABF}" srcOrd="4" destOrd="0" parTransId="{1928ADDE-1E65-4ADA-8D83-BC96C2C6E5F0}" sibTransId="{98A703D0-E95D-4ED2-9850-EC2F4C9A4C58}"/>
    <dgm:cxn modelId="{DA14F97E-EE3A-4DA1-94F6-6BBD3277AB4B}" type="presOf" srcId="{1DA5A45A-1B39-4D53-95ED-1BC1849C95D2}" destId="{9D308056-58C3-410F-A795-2772ED230579}" srcOrd="0" destOrd="0" presId="urn:microsoft.com/office/officeart/2016/7/layout/RepeatingBendingProcessNew"/>
    <dgm:cxn modelId="{E373BC82-9474-4FFC-AEEB-5DC6CBAE9BCE}" type="presOf" srcId="{9AB0FDD6-3E22-4C15-84EB-0D42BA4DDE0C}" destId="{72F04C22-37C8-438A-8559-4297CACC8A27}" srcOrd="0" destOrd="0" presId="urn:microsoft.com/office/officeart/2016/7/layout/RepeatingBendingProcessNew"/>
    <dgm:cxn modelId="{2B566F85-947D-4B01-85E3-DF4650F7B094}" type="presOf" srcId="{E0AF2502-47AC-441E-B886-AB0D1FA19227}" destId="{022847AE-FC8D-4E12-865A-32907DBE5CD9}" srcOrd="0" destOrd="0" presId="urn:microsoft.com/office/officeart/2016/7/layout/RepeatingBendingProcessNew"/>
    <dgm:cxn modelId="{2CFAB08A-24D9-4B05-BEB2-06303907165B}" type="presOf" srcId="{32E434F7-663F-4915-AA71-6C6667954A15}" destId="{451DF69F-9D6C-4236-8E4C-345025CB2108}" srcOrd="0" destOrd="0" presId="urn:microsoft.com/office/officeart/2016/7/layout/RepeatingBendingProcessNew"/>
    <dgm:cxn modelId="{7F5AC29E-9227-4E9A-8980-441657A0F1CB}" srcId="{E8A37B8E-D01C-4F5D-8953-9A53843E5079}" destId="{32E434F7-663F-4915-AA71-6C6667954A15}" srcOrd="3" destOrd="0" parTransId="{6D59125A-DD6A-44DA-BE46-0F3B5D7F4002}" sibTransId="{7432C506-1CCC-4A42-973C-E81B55A829BB}"/>
    <dgm:cxn modelId="{0FB652B1-6283-4967-BDEF-C1594B3DD1CB}" type="presOf" srcId="{7432C506-1CCC-4A42-973C-E81B55A829BB}" destId="{06F5A354-FA4B-49B7-86BD-6FFDF8C6E20A}" srcOrd="0" destOrd="0" presId="urn:microsoft.com/office/officeart/2016/7/layout/RepeatingBendingProcessNew"/>
    <dgm:cxn modelId="{21119FB8-37EC-41AD-9624-7DE726BE9234}" type="presOf" srcId="{E8A37B8E-D01C-4F5D-8953-9A53843E5079}" destId="{3822FE56-657D-4597-84F5-945D88E3AC71}" srcOrd="0" destOrd="0" presId="urn:microsoft.com/office/officeart/2016/7/layout/RepeatingBendingProcessNew"/>
    <dgm:cxn modelId="{B1AD13C4-FDDA-4C54-A604-B4256B4BED8E}" type="presOf" srcId="{15F9E128-DCB4-4CF1-8626-F511D9FC5203}" destId="{EC5F4DDD-7AD5-4B1C-982D-363331E2D782}" srcOrd="0" destOrd="0" presId="urn:microsoft.com/office/officeart/2016/7/layout/RepeatingBendingProcessNew"/>
    <dgm:cxn modelId="{ECD6B1D9-1706-4A13-AB59-3EC9B13E1B78}" srcId="{E8A37B8E-D01C-4F5D-8953-9A53843E5079}" destId="{1CBA6889-1A99-42AE-9423-6CC360D380FB}" srcOrd="5" destOrd="0" parTransId="{30A624CF-6EE3-4B55-8C96-A750D3FAF64F}" sibTransId="{7C27539F-9735-41F5-8D08-B362F4C34CEF}"/>
    <dgm:cxn modelId="{5112A7E6-C485-46D8-94ED-EB5B8D7AC25F}" type="presOf" srcId="{1CBA6889-1A99-42AE-9423-6CC360D380FB}" destId="{E9F2E137-AD4C-48EF-AF10-EFFAE60F8B1D}" srcOrd="0" destOrd="0" presId="urn:microsoft.com/office/officeart/2016/7/layout/RepeatingBendingProcessNew"/>
    <dgm:cxn modelId="{D627CCEA-377D-405C-9890-1781EECB55F3}" type="presOf" srcId="{FE34BFB3-8FA8-44E3-ADDB-08D3D4A1FE2A}" destId="{0909369F-A948-48BE-9051-C78D223F605A}" srcOrd="1" destOrd="0" presId="urn:microsoft.com/office/officeart/2016/7/layout/RepeatingBendingProcessNew"/>
    <dgm:cxn modelId="{AA932DF2-2F7C-4299-BEFB-42FBB87D1F37}" srcId="{E8A37B8E-D01C-4F5D-8953-9A53843E5079}" destId="{3ADA96C2-62ED-488B-AA65-68136C31BFE4}" srcOrd="1" destOrd="0" parTransId="{4AE94B77-28B4-4231-BEB7-0A6260FDBB0F}" sibTransId="{9AB0FDD6-3E22-4C15-84EB-0D42BA4DDE0C}"/>
    <dgm:cxn modelId="{FBCD08F4-9EBB-4B60-93EF-4FAD3998BFAF}" type="presOf" srcId="{9AB0FDD6-3E22-4C15-84EB-0D42BA4DDE0C}" destId="{015513F1-00E7-4A83-9A19-ABE3C7D79953}" srcOrd="1" destOrd="0" presId="urn:microsoft.com/office/officeart/2016/7/layout/RepeatingBendingProcessNew"/>
    <dgm:cxn modelId="{79256521-442F-442D-8D6E-CF0286D54974}" type="presParOf" srcId="{3822FE56-657D-4597-84F5-945D88E3AC71}" destId="{022847AE-FC8D-4E12-865A-32907DBE5CD9}" srcOrd="0" destOrd="0" presId="urn:microsoft.com/office/officeart/2016/7/layout/RepeatingBendingProcessNew"/>
    <dgm:cxn modelId="{37891DE7-7740-4282-86B8-97A8DBEDFE0D}" type="presParOf" srcId="{3822FE56-657D-4597-84F5-945D88E3AC71}" destId="{9528607D-69BC-4AD8-91C1-87D85A8D2546}" srcOrd="1" destOrd="0" presId="urn:microsoft.com/office/officeart/2016/7/layout/RepeatingBendingProcessNew"/>
    <dgm:cxn modelId="{FDF31BED-755E-459A-B041-93D697019AB3}" type="presParOf" srcId="{9528607D-69BC-4AD8-91C1-87D85A8D2546}" destId="{39C1AB9A-E6A2-479F-8DFB-36DC777B642C}" srcOrd="0" destOrd="0" presId="urn:microsoft.com/office/officeart/2016/7/layout/RepeatingBendingProcessNew"/>
    <dgm:cxn modelId="{76F4967A-474D-4310-8C98-B841D5416D16}" type="presParOf" srcId="{3822FE56-657D-4597-84F5-945D88E3AC71}" destId="{D5E2CEF7-C099-43F2-9564-CE4F8907CF73}" srcOrd="2" destOrd="0" presId="urn:microsoft.com/office/officeart/2016/7/layout/RepeatingBendingProcessNew"/>
    <dgm:cxn modelId="{DEEBC9C0-9EB0-450C-B1A3-9585CA404C31}" type="presParOf" srcId="{3822FE56-657D-4597-84F5-945D88E3AC71}" destId="{72F04C22-37C8-438A-8559-4297CACC8A27}" srcOrd="3" destOrd="0" presId="urn:microsoft.com/office/officeart/2016/7/layout/RepeatingBendingProcessNew"/>
    <dgm:cxn modelId="{A568C522-F80E-4505-8DD4-EE6DA840A28F}" type="presParOf" srcId="{72F04C22-37C8-438A-8559-4297CACC8A27}" destId="{015513F1-00E7-4A83-9A19-ABE3C7D79953}" srcOrd="0" destOrd="0" presId="urn:microsoft.com/office/officeart/2016/7/layout/RepeatingBendingProcessNew"/>
    <dgm:cxn modelId="{8E5737BD-B575-420B-A47E-7CB5BD39EF1F}" type="presParOf" srcId="{3822FE56-657D-4597-84F5-945D88E3AC71}" destId="{9D308056-58C3-410F-A795-2772ED230579}" srcOrd="4" destOrd="0" presId="urn:microsoft.com/office/officeart/2016/7/layout/RepeatingBendingProcessNew"/>
    <dgm:cxn modelId="{7D3FAA06-0EA7-4358-BBA0-56D031C35E92}" type="presParOf" srcId="{3822FE56-657D-4597-84F5-945D88E3AC71}" destId="{F8C9F8E4-B619-43BE-BCC5-9EBA3FCA740E}" srcOrd="5" destOrd="0" presId="urn:microsoft.com/office/officeart/2016/7/layout/RepeatingBendingProcessNew"/>
    <dgm:cxn modelId="{E045A40C-2DA0-413E-9DBC-627AB88ACDD9}" type="presParOf" srcId="{F8C9F8E4-B619-43BE-BCC5-9EBA3FCA740E}" destId="{0909369F-A948-48BE-9051-C78D223F605A}" srcOrd="0" destOrd="0" presId="urn:microsoft.com/office/officeart/2016/7/layout/RepeatingBendingProcessNew"/>
    <dgm:cxn modelId="{56829DA6-F4D5-4063-A3BB-67508445F896}" type="presParOf" srcId="{3822FE56-657D-4597-84F5-945D88E3AC71}" destId="{451DF69F-9D6C-4236-8E4C-345025CB2108}" srcOrd="6" destOrd="0" presId="urn:microsoft.com/office/officeart/2016/7/layout/RepeatingBendingProcessNew"/>
    <dgm:cxn modelId="{C7FD9F05-D911-4129-B861-7B7AEBC598E2}" type="presParOf" srcId="{3822FE56-657D-4597-84F5-945D88E3AC71}" destId="{06F5A354-FA4B-49B7-86BD-6FFDF8C6E20A}" srcOrd="7" destOrd="0" presId="urn:microsoft.com/office/officeart/2016/7/layout/RepeatingBendingProcessNew"/>
    <dgm:cxn modelId="{41161688-D295-4AB8-B247-AA4F2DA983E4}" type="presParOf" srcId="{06F5A354-FA4B-49B7-86BD-6FFDF8C6E20A}" destId="{A5714A6D-567F-49A9-A1B4-518A266401A4}" srcOrd="0" destOrd="0" presId="urn:microsoft.com/office/officeart/2016/7/layout/RepeatingBendingProcessNew"/>
    <dgm:cxn modelId="{B0C6590E-FDC8-44F9-BF60-ADA9F179CE97}" type="presParOf" srcId="{3822FE56-657D-4597-84F5-945D88E3AC71}" destId="{B27D8A1D-B26F-40B1-A65D-E77011A4E07A}" srcOrd="8" destOrd="0" presId="urn:microsoft.com/office/officeart/2016/7/layout/RepeatingBendingProcessNew"/>
    <dgm:cxn modelId="{6F0A8E71-4D3D-48A2-AA23-8BBBE5D0F1B9}" type="presParOf" srcId="{3822FE56-657D-4597-84F5-945D88E3AC71}" destId="{A1A2FA21-49AC-41DB-8FDB-D7904C856433}" srcOrd="9" destOrd="0" presId="urn:microsoft.com/office/officeart/2016/7/layout/RepeatingBendingProcessNew"/>
    <dgm:cxn modelId="{391ADAC1-A0A0-4344-8AD1-5FE9E9E1725E}" type="presParOf" srcId="{A1A2FA21-49AC-41DB-8FDB-D7904C856433}" destId="{4141C822-E253-481D-B7B5-F6267CC33CEF}" srcOrd="0" destOrd="0" presId="urn:microsoft.com/office/officeart/2016/7/layout/RepeatingBendingProcessNew"/>
    <dgm:cxn modelId="{AB71AE68-A9EC-4329-A149-5389183A1892}" type="presParOf" srcId="{3822FE56-657D-4597-84F5-945D88E3AC71}" destId="{E9F2E137-AD4C-48EF-AF10-EFFAE60F8B1D}" srcOrd="10" destOrd="0" presId="urn:microsoft.com/office/officeart/2016/7/layout/RepeatingBendingProcessNew"/>
    <dgm:cxn modelId="{768079E2-8C74-4146-B8CE-6FBAFDCA6368}" type="presParOf" srcId="{3822FE56-657D-4597-84F5-945D88E3AC71}" destId="{BF154704-7331-4440-87C1-62CD2E690A1F}" srcOrd="11" destOrd="0" presId="urn:microsoft.com/office/officeart/2016/7/layout/RepeatingBendingProcessNew"/>
    <dgm:cxn modelId="{B16F0926-106C-4542-8B60-5BCA88DA6C0F}" type="presParOf" srcId="{BF154704-7331-4440-87C1-62CD2E690A1F}" destId="{BB090E72-A5CF-423D-AD9A-1F09E947E4FD}" srcOrd="0" destOrd="0" presId="urn:microsoft.com/office/officeart/2016/7/layout/RepeatingBendingProcessNew"/>
    <dgm:cxn modelId="{EF3F4209-5E7E-46C9-BF9A-6B758C990931}" type="presParOf" srcId="{3822FE56-657D-4597-84F5-945D88E3AC71}" destId="{EC5F4DDD-7AD5-4B1C-982D-363331E2D782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9BC1D6-85BB-461D-A221-D2349643D6D0}" type="doc">
      <dgm:prSet loTypeId="urn:microsoft.com/office/officeart/2005/8/layout/list1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3B7F30F2-779A-4CC7-8A5A-D77CC6FDBAD1}">
      <dgm:prSet/>
      <dgm:spPr/>
      <dgm:t>
        <a:bodyPr/>
        <a:lstStyle/>
        <a:p>
          <a:r>
            <a:rPr lang="en-US"/>
            <a:t>Ethernet frames have no TTL</a:t>
          </a:r>
        </a:p>
      </dgm:t>
    </dgm:pt>
    <dgm:pt modelId="{11F01478-7382-4B63-9893-2F1FD457080E}" type="parTrans" cxnId="{971BE387-DFCD-44F1-AB89-D924F6938DD3}">
      <dgm:prSet/>
      <dgm:spPr/>
      <dgm:t>
        <a:bodyPr/>
        <a:lstStyle/>
        <a:p>
          <a:endParaRPr lang="en-US"/>
        </a:p>
      </dgm:t>
    </dgm:pt>
    <dgm:pt modelId="{7217396D-57D0-467E-955C-B15C38087859}" type="sibTrans" cxnId="{971BE387-DFCD-44F1-AB89-D924F6938DD3}">
      <dgm:prSet/>
      <dgm:spPr/>
      <dgm:t>
        <a:bodyPr/>
        <a:lstStyle/>
        <a:p>
          <a:endParaRPr lang="en-US"/>
        </a:p>
      </dgm:t>
    </dgm:pt>
    <dgm:pt modelId="{1AA9883B-A5C0-4A8C-B365-739924C6D221}">
      <dgm:prSet/>
      <dgm:spPr/>
      <dgm:t>
        <a:bodyPr/>
        <a:lstStyle/>
        <a:p>
          <a:r>
            <a:rPr lang="en-US"/>
            <a:t>Redundant switch links create loops</a:t>
          </a:r>
        </a:p>
      </dgm:t>
    </dgm:pt>
    <dgm:pt modelId="{E272C36C-D3DF-47F0-8BFC-AA6B6B9F0F47}" type="parTrans" cxnId="{AD516D8D-043E-4B02-B615-54981A5E243C}">
      <dgm:prSet/>
      <dgm:spPr/>
      <dgm:t>
        <a:bodyPr/>
        <a:lstStyle/>
        <a:p>
          <a:endParaRPr lang="en-US"/>
        </a:p>
      </dgm:t>
    </dgm:pt>
    <dgm:pt modelId="{62322AFD-77E0-4E96-B546-3F01D5A0FE20}" type="sibTrans" cxnId="{AD516D8D-043E-4B02-B615-54981A5E243C}">
      <dgm:prSet/>
      <dgm:spPr/>
      <dgm:t>
        <a:bodyPr/>
        <a:lstStyle/>
        <a:p>
          <a:endParaRPr lang="en-US"/>
        </a:p>
      </dgm:t>
    </dgm:pt>
    <dgm:pt modelId="{88559399-9911-47CD-8E61-8C9686FEE146}">
      <dgm:prSet/>
      <dgm:spPr/>
      <dgm:t>
        <a:bodyPr/>
        <a:lstStyle/>
        <a:p>
          <a:r>
            <a:rPr lang="en-US"/>
            <a:t>Loops cause:</a:t>
          </a:r>
        </a:p>
      </dgm:t>
    </dgm:pt>
    <dgm:pt modelId="{183FEFA0-21DB-4BEF-BCC0-FB8DAD97C8B7}" type="parTrans" cxnId="{CDB7EA8D-8452-43AA-9BB7-D0DE8526ADD6}">
      <dgm:prSet/>
      <dgm:spPr/>
      <dgm:t>
        <a:bodyPr/>
        <a:lstStyle/>
        <a:p>
          <a:endParaRPr lang="en-US"/>
        </a:p>
      </dgm:t>
    </dgm:pt>
    <dgm:pt modelId="{9F0722E9-D6F3-4DEB-B743-92BB77E321E8}" type="sibTrans" cxnId="{CDB7EA8D-8452-43AA-9BB7-D0DE8526ADD6}">
      <dgm:prSet/>
      <dgm:spPr/>
      <dgm:t>
        <a:bodyPr/>
        <a:lstStyle/>
        <a:p>
          <a:endParaRPr lang="en-US"/>
        </a:p>
      </dgm:t>
    </dgm:pt>
    <dgm:pt modelId="{1BD9B68A-510E-482A-BBFE-691FB8C72B02}">
      <dgm:prSet/>
      <dgm:spPr/>
      <dgm:t>
        <a:bodyPr/>
        <a:lstStyle/>
        <a:p>
          <a:r>
            <a:rPr lang="en-US" dirty="0"/>
            <a:t>Broadcast storms</a:t>
          </a:r>
        </a:p>
      </dgm:t>
    </dgm:pt>
    <dgm:pt modelId="{9FB21E13-D8A6-4257-A155-5E21B8F3E6A4}" type="parTrans" cxnId="{4DAA7BC9-C4A6-4996-8C82-37D710C23824}">
      <dgm:prSet/>
      <dgm:spPr/>
      <dgm:t>
        <a:bodyPr/>
        <a:lstStyle/>
        <a:p>
          <a:endParaRPr lang="en-US"/>
        </a:p>
      </dgm:t>
    </dgm:pt>
    <dgm:pt modelId="{2B875B41-0D40-4EEB-95CA-632A5B362F97}" type="sibTrans" cxnId="{4DAA7BC9-C4A6-4996-8C82-37D710C23824}">
      <dgm:prSet/>
      <dgm:spPr/>
      <dgm:t>
        <a:bodyPr/>
        <a:lstStyle/>
        <a:p>
          <a:endParaRPr lang="en-US"/>
        </a:p>
      </dgm:t>
    </dgm:pt>
    <dgm:pt modelId="{FB5C6846-98DA-445A-A01E-0826278C8724}">
      <dgm:prSet/>
      <dgm:spPr/>
      <dgm:t>
        <a:bodyPr/>
        <a:lstStyle/>
        <a:p>
          <a:r>
            <a:rPr lang="en-US"/>
            <a:t>MAC address table instability</a:t>
          </a:r>
        </a:p>
      </dgm:t>
    </dgm:pt>
    <dgm:pt modelId="{5B6B5856-2489-4650-A9BC-A4C219A3E636}" type="parTrans" cxnId="{EAB9123F-21BA-4D5E-8585-6CB8A1203D92}">
      <dgm:prSet/>
      <dgm:spPr/>
      <dgm:t>
        <a:bodyPr/>
        <a:lstStyle/>
        <a:p>
          <a:endParaRPr lang="en-US"/>
        </a:p>
      </dgm:t>
    </dgm:pt>
    <dgm:pt modelId="{DD720765-9391-4412-AC5A-CF379E5135E5}" type="sibTrans" cxnId="{EAB9123F-21BA-4D5E-8585-6CB8A1203D92}">
      <dgm:prSet/>
      <dgm:spPr/>
      <dgm:t>
        <a:bodyPr/>
        <a:lstStyle/>
        <a:p>
          <a:endParaRPr lang="en-US"/>
        </a:p>
      </dgm:t>
    </dgm:pt>
    <dgm:pt modelId="{937C32D1-8070-4330-92B9-3392E6B4FD01}">
      <dgm:prSet/>
      <dgm:spPr/>
      <dgm:t>
        <a:bodyPr/>
        <a:lstStyle/>
        <a:p>
          <a:r>
            <a:rPr lang="en-US"/>
            <a:t>Network outage</a:t>
          </a:r>
        </a:p>
      </dgm:t>
    </dgm:pt>
    <dgm:pt modelId="{D58F7DF5-B8A6-4F50-B078-5150A772A4E9}" type="parTrans" cxnId="{F2E2FF83-20AB-42EE-BA1C-6AE9BBD2045B}">
      <dgm:prSet/>
      <dgm:spPr/>
      <dgm:t>
        <a:bodyPr/>
        <a:lstStyle/>
        <a:p>
          <a:endParaRPr lang="en-US"/>
        </a:p>
      </dgm:t>
    </dgm:pt>
    <dgm:pt modelId="{86B13361-09CE-4043-A4C9-C73F1DBEE94E}" type="sibTrans" cxnId="{F2E2FF83-20AB-42EE-BA1C-6AE9BBD2045B}">
      <dgm:prSet/>
      <dgm:spPr/>
      <dgm:t>
        <a:bodyPr/>
        <a:lstStyle/>
        <a:p>
          <a:endParaRPr lang="en-US"/>
        </a:p>
      </dgm:t>
    </dgm:pt>
    <dgm:pt modelId="{701B62D3-8129-4324-BB78-B21835497BD2}">
      <dgm:prSet/>
      <dgm:spPr/>
      <dgm:t>
        <a:bodyPr/>
        <a:lstStyle/>
        <a:p>
          <a:r>
            <a:rPr lang="en-US"/>
            <a:t>STP exists to stop this.</a:t>
          </a:r>
        </a:p>
      </dgm:t>
    </dgm:pt>
    <dgm:pt modelId="{CAF8FA76-8DBC-44E9-A681-98F8C66946C0}" type="parTrans" cxnId="{3F40DBEE-B9A4-4844-AE0E-70059115F3ED}">
      <dgm:prSet/>
      <dgm:spPr/>
      <dgm:t>
        <a:bodyPr/>
        <a:lstStyle/>
        <a:p>
          <a:endParaRPr lang="en-US"/>
        </a:p>
      </dgm:t>
    </dgm:pt>
    <dgm:pt modelId="{47E3D7ED-C541-4BD8-970C-928464E2379C}" type="sibTrans" cxnId="{3F40DBEE-B9A4-4844-AE0E-70059115F3ED}">
      <dgm:prSet/>
      <dgm:spPr/>
      <dgm:t>
        <a:bodyPr/>
        <a:lstStyle/>
        <a:p>
          <a:endParaRPr lang="en-US"/>
        </a:p>
      </dgm:t>
    </dgm:pt>
    <dgm:pt modelId="{0BFC3744-55CB-4E67-B24C-4E4E536D0C04}" type="pres">
      <dgm:prSet presAssocID="{729BC1D6-85BB-461D-A221-D2349643D6D0}" presName="linear" presStyleCnt="0">
        <dgm:presLayoutVars>
          <dgm:dir/>
          <dgm:animLvl val="lvl"/>
          <dgm:resizeHandles val="exact"/>
        </dgm:presLayoutVars>
      </dgm:prSet>
      <dgm:spPr/>
    </dgm:pt>
    <dgm:pt modelId="{5490CA95-31CE-48BA-AAD3-720DBCB4BA30}" type="pres">
      <dgm:prSet presAssocID="{3B7F30F2-779A-4CC7-8A5A-D77CC6FDBAD1}" presName="parentLin" presStyleCnt="0"/>
      <dgm:spPr/>
    </dgm:pt>
    <dgm:pt modelId="{58AFAB4E-11BB-4F7D-B50C-D9E7AC6EC6E4}" type="pres">
      <dgm:prSet presAssocID="{3B7F30F2-779A-4CC7-8A5A-D77CC6FDBAD1}" presName="parentLeftMargin" presStyleLbl="node1" presStyleIdx="0" presStyleCnt="4"/>
      <dgm:spPr/>
    </dgm:pt>
    <dgm:pt modelId="{F27DC44E-5CEC-4F00-9964-2019FA3199E4}" type="pres">
      <dgm:prSet presAssocID="{3B7F30F2-779A-4CC7-8A5A-D77CC6FDBA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01A355-2FD9-4453-9AD2-0A8A598A3BDA}" type="pres">
      <dgm:prSet presAssocID="{3B7F30F2-779A-4CC7-8A5A-D77CC6FDBAD1}" presName="negativeSpace" presStyleCnt="0"/>
      <dgm:spPr/>
    </dgm:pt>
    <dgm:pt modelId="{EF46A77D-DD47-4507-8504-5B48CB3F42CF}" type="pres">
      <dgm:prSet presAssocID="{3B7F30F2-779A-4CC7-8A5A-D77CC6FDBAD1}" presName="childText" presStyleLbl="conFgAcc1" presStyleIdx="0" presStyleCnt="4">
        <dgm:presLayoutVars>
          <dgm:bulletEnabled val="1"/>
        </dgm:presLayoutVars>
      </dgm:prSet>
      <dgm:spPr/>
    </dgm:pt>
    <dgm:pt modelId="{FACF41C8-35D3-4DCA-94BD-3BA42FD7E8D7}" type="pres">
      <dgm:prSet presAssocID="{7217396D-57D0-467E-955C-B15C38087859}" presName="spaceBetweenRectangles" presStyleCnt="0"/>
      <dgm:spPr/>
    </dgm:pt>
    <dgm:pt modelId="{2B7217C5-4DDE-4FE9-B92F-3A9002B540B5}" type="pres">
      <dgm:prSet presAssocID="{1AA9883B-A5C0-4A8C-B365-739924C6D221}" presName="parentLin" presStyleCnt="0"/>
      <dgm:spPr/>
    </dgm:pt>
    <dgm:pt modelId="{2682EDF0-7228-4ECD-BCFD-C3A429EDB1BD}" type="pres">
      <dgm:prSet presAssocID="{1AA9883B-A5C0-4A8C-B365-739924C6D221}" presName="parentLeftMargin" presStyleLbl="node1" presStyleIdx="0" presStyleCnt="4"/>
      <dgm:spPr/>
    </dgm:pt>
    <dgm:pt modelId="{B2E23BBF-6C47-439C-9CC1-ED0E88E1808B}" type="pres">
      <dgm:prSet presAssocID="{1AA9883B-A5C0-4A8C-B365-739924C6D22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287DF23-A7C8-4B5D-94D0-D3F9525DE3C3}" type="pres">
      <dgm:prSet presAssocID="{1AA9883B-A5C0-4A8C-B365-739924C6D221}" presName="negativeSpace" presStyleCnt="0"/>
      <dgm:spPr/>
    </dgm:pt>
    <dgm:pt modelId="{877713B5-7234-4124-A035-23DC8EFEA606}" type="pres">
      <dgm:prSet presAssocID="{1AA9883B-A5C0-4A8C-B365-739924C6D221}" presName="childText" presStyleLbl="conFgAcc1" presStyleIdx="1" presStyleCnt="4">
        <dgm:presLayoutVars>
          <dgm:bulletEnabled val="1"/>
        </dgm:presLayoutVars>
      </dgm:prSet>
      <dgm:spPr/>
    </dgm:pt>
    <dgm:pt modelId="{20C4930B-A5B4-4D67-8FBB-BC91A58F2FBD}" type="pres">
      <dgm:prSet presAssocID="{62322AFD-77E0-4E96-B546-3F01D5A0FE20}" presName="spaceBetweenRectangles" presStyleCnt="0"/>
      <dgm:spPr/>
    </dgm:pt>
    <dgm:pt modelId="{42ED6A51-B594-4BBA-94B6-537C2802293D}" type="pres">
      <dgm:prSet presAssocID="{88559399-9911-47CD-8E61-8C9686FEE146}" presName="parentLin" presStyleCnt="0"/>
      <dgm:spPr/>
    </dgm:pt>
    <dgm:pt modelId="{73B15D51-5B83-41A9-920E-FA6F9B8A8742}" type="pres">
      <dgm:prSet presAssocID="{88559399-9911-47CD-8E61-8C9686FEE146}" presName="parentLeftMargin" presStyleLbl="node1" presStyleIdx="1" presStyleCnt="4"/>
      <dgm:spPr/>
    </dgm:pt>
    <dgm:pt modelId="{0244BC87-620C-4D88-897B-ACB21A280458}" type="pres">
      <dgm:prSet presAssocID="{88559399-9911-47CD-8E61-8C9686FEE1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1D398E-A9B7-45D2-BA4F-EF80E2C94F12}" type="pres">
      <dgm:prSet presAssocID="{88559399-9911-47CD-8E61-8C9686FEE146}" presName="negativeSpace" presStyleCnt="0"/>
      <dgm:spPr/>
    </dgm:pt>
    <dgm:pt modelId="{7D43510E-F877-4319-AEDD-3955CC802C58}" type="pres">
      <dgm:prSet presAssocID="{88559399-9911-47CD-8E61-8C9686FEE146}" presName="childText" presStyleLbl="conFgAcc1" presStyleIdx="2" presStyleCnt="4">
        <dgm:presLayoutVars>
          <dgm:bulletEnabled val="1"/>
        </dgm:presLayoutVars>
      </dgm:prSet>
      <dgm:spPr/>
    </dgm:pt>
    <dgm:pt modelId="{170AB12A-10B6-4740-A9A5-A5F5E8444FAD}" type="pres">
      <dgm:prSet presAssocID="{9F0722E9-D6F3-4DEB-B743-92BB77E321E8}" presName="spaceBetweenRectangles" presStyleCnt="0"/>
      <dgm:spPr/>
    </dgm:pt>
    <dgm:pt modelId="{25CC1544-F64E-4629-B2A3-9D558A14540F}" type="pres">
      <dgm:prSet presAssocID="{701B62D3-8129-4324-BB78-B21835497BD2}" presName="parentLin" presStyleCnt="0"/>
      <dgm:spPr/>
    </dgm:pt>
    <dgm:pt modelId="{2D9C6A55-48F6-4B6F-ACCE-25EEB469E017}" type="pres">
      <dgm:prSet presAssocID="{701B62D3-8129-4324-BB78-B21835497BD2}" presName="parentLeftMargin" presStyleLbl="node1" presStyleIdx="2" presStyleCnt="4"/>
      <dgm:spPr/>
    </dgm:pt>
    <dgm:pt modelId="{5D2A5508-CF5E-47AD-9B79-281B3AA3BE6E}" type="pres">
      <dgm:prSet presAssocID="{701B62D3-8129-4324-BB78-B21835497BD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C4492D9-F7EA-443A-90C7-A3EF34E01DB3}" type="pres">
      <dgm:prSet presAssocID="{701B62D3-8129-4324-BB78-B21835497BD2}" presName="negativeSpace" presStyleCnt="0"/>
      <dgm:spPr/>
    </dgm:pt>
    <dgm:pt modelId="{2CAF27B2-7BF9-4001-B95F-F277FCFD1203}" type="pres">
      <dgm:prSet presAssocID="{701B62D3-8129-4324-BB78-B21835497BD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616380C-E464-4787-A07A-826CF16CC869}" type="presOf" srcId="{3B7F30F2-779A-4CC7-8A5A-D77CC6FDBAD1}" destId="{58AFAB4E-11BB-4F7D-B50C-D9E7AC6EC6E4}" srcOrd="0" destOrd="0" presId="urn:microsoft.com/office/officeart/2005/8/layout/list1"/>
    <dgm:cxn modelId="{68531D1A-F2B3-4E50-9B0A-440619A4675C}" type="presOf" srcId="{1AA9883B-A5C0-4A8C-B365-739924C6D221}" destId="{2682EDF0-7228-4ECD-BCFD-C3A429EDB1BD}" srcOrd="0" destOrd="0" presId="urn:microsoft.com/office/officeart/2005/8/layout/list1"/>
    <dgm:cxn modelId="{FF1BE922-5234-4D62-8F17-68AA2ECF382B}" type="presOf" srcId="{88559399-9911-47CD-8E61-8C9686FEE146}" destId="{73B15D51-5B83-41A9-920E-FA6F9B8A8742}" srcOrd="0" destOrd="0" presId="urn:microsoft.com/office/officeart/2005/8/layout/list1"/>
    <dgm:cxn modelId="{AACE9C28-AD21-4176-9151-B12AA67C9816}" type="presOf" srcId="{1BD9B68A-510E-482A-BBFE-691FB8C72B02}" destId="{7D43510E-F877-4319-AEDD-3955CC802C58}" srcOrd="0" destOrd="0" presId="urn:microsoft.com/office/officeart/2005/8/layout/list1"/>
    <dgm:cxn modelId="{3B7A5232-7F06-4F08-9252-49A07113E30B}" type="presOf" srcId="{FB5C6846-98DA-445A-A01E-0826278C8724}" destId="{7D43510E-F877-4319-AEDD-3955CC802C58}" srcOrd="0" destOrd="1" presId="urn:microsoft.com/office/officeart/2005/8/layout/list1"/>
    <dgm:cxn modelId="{FECD2C35-AD28-46FF-9928-4BFD0F99570E}" type="presOf" srcId="{3B7F30F2-779A-4CC7-8A5A-D77CC6FDBAD1}" destId="{F27DC44E-5CEC-4F00-9964-2019FA3199E4}" srcOrd="1" destOrd="0" presId="urn:microsoft.com/office/officeart/2005/8/layout/list1"/>
    <dgm:cxn modelId="{EAB9123F-21BA-4D5E-8585-6CB8A1203D92}" srcId="{88559399-9911-47CD-8E61-8C9686FEE146}" destId="{FB5C6846-98DA-445A-A01E-0826278C8724}" srcOrd="1" destOrd="0" parTransId="{5B6B5856-2489-4650-A9BC-A4C219A3E636}" sibTransId="{DD720765-9391-4412-AC5A-CF379E5135E5}"/>
    <dgm:cxn modelId="{3935A851-9C2E-46BD-9226-49EC2E63EB50}" type="presOf" srcId="{701B62D3-8129-4324-BB78-B21835497BD2}" destId="{2D9C6A55-48F6-4B6F-ACCE-25EEB469E017}" srcOrd="0" destOrd="0" presId="urn:microsoft.com/office/officeart/2005/8/layout/list1"/>
    <dgm:cxn modelId="{F2E2FF83-20AB-42EE-BA1C-6AE9BBD2045B}" srcId="{88559399-9911-47CD-8E61-8C9686FEE146}" destId="{937C32D1-8070-4330-92B9-3392E6B4FD01}" srcOrd="2" destOrd="0" parTransId="{D58F7DF5-B8A6-4F50-B078-5150A772A4E9}" sibTransId="{86B13361-09CE-4043-A4C9-C73F1DBEE94E}"/>
    <dgm:cxn modelId="{971BE387-DFCD-44F1-AB89-D924F6938DD3}" srcId="{729BC1D6-85BB-461D-A221-D2349643D6D0}" destId="{3B7F30F2-779A-4CC7-8A5A-D77CC6FDBAD1}" srcOrd="0" destOrd="0" parTransId="{11F01478-7382-4B63-9893-2F1FD457080E}" sibTransId="{7217396D-57D0-467E-955C-B15C38087859}"/>
    <dgm:cxn modelId="{B7882989-C9D3-4857-9913-AB06CE7997F4}" type="presOf" srcId="{937C32D1-8070-4330-92B9-3392E6B4FD01}" destId="{7D43510E-F877-4319-AEDD-3955CC802C58}" srcOrd="0" destOrd="2" presId="urn:microsoft.com/office/officeart/2005/8/layout/list1"/>
    <dgm:cxn modelId="{AD516D8D-043E-4B02-B615-54981A5E243C}" srcId="{729BC1D6-85BB-461D-A221-D2349643D6D0}" destId="{1AA9883B-A5C0-4A8C-B365-739924C6D221}" srcOrd="1" destOrd="0" parTransId="{E272C36C-D3DF-47F0-8BFC-AA6B6B9F0F47}" sibTransId="{62322AFD-77E0-4E96-B546-3F01D5A0FE20}"/>
    <dgm:cxn modelId="{CDB7EA8D-8452-43AA-9BB7-D0DE8526ADD6}" srcId="{729BC1D6-85BB-461D-A221-D2349643D6D0}" destId="{88559399-9911-47CD-8E61-8C9686FEE146}" srcOrd="2" destOrd="0" parTransId="{183FEFA0-21DB-4BEF-BCC0-FB8DAD97C8B7}" sibTransId="{9F0722E9-D6F3-4DEB-B743-92BB77E321E8}"/>
    <dgm:cxn modelId="{F08B7CAF-03ED-481D-88D2-E46EC4C38AA4}" type="presOf" srcId="{729BC1D6-85BB-461D-A221-D2349643D6D0}" destId="{0BFC3744-55CB-4E67-B24C-4E4E536D0C04}" srcOrd="0" destOrd="0" presId="urn:microsoft.com/office/officeart/2005/8/layout/list1"/>
    <dgm:cxn modelId="{C72430B6-6E8A-4F61-838B-C17D7C6300DE}" type="presOf" srcId="{1AA9883B-A5C0-4A8C-B365-739924C6D221}" destId="{B2E23BBF-6C47-439C-9CC1-ED0E88E1808B}" srcOrd="1" destOrd="0" presId="urn:microsoft.com/office/officeart/2005/8/layout/list1"/>
    <dgm:cxn modelId="{974E16C7-35D3-4FE6-B473-0E7F426D6056}" type="presOf" srcId="{88559399-9911-47CD-8E61-8C9686FEE146}" destId="{0244BC87-620C-4D88-897B-ACB21A280458}" srcOrd="1" destOrd="0" presId="urn:microsoft.com/office/officeart/2005/8/layout/list1"/>
    <dgm:cxn modelId="{4DAA7BC9-C4A6-4996-8C82-37D710C23824}" srcId="{88559399-9911-47CD-8E61-8C9686FEE146}" destId="{1BD9B68A-510E-482A-BBFE-691FB8C72B02}" srcOrd="0" destOrd="0" parTransId="{9FB21E13-D8A6-4257-A155-5E21B8F3E6A4}" sibTransId="{2B875B41-0D40-4EEB-95CA-632A5B362F97}"/>
    <dgm:cxn modelId="{3F40DBEE-B9A4-4844-AE0E-70059115F3ED}" srcId="{729BC1D6-85BB-461D-A221-D2349643D6D0}" destId="{701B62D3-8129-4324-BB78-B21835497BD2}" srcOrd="3" destOrd="0" parTransId="{CAF8FA76-8DBC-44E9-A681-98F8C66946C0}" sibTransId="{47E3D7ED-C541-4BD8-970C-928464E2379C}"/>
    <dgm:cxn modelId="{444CF2EF-6B6F-4BBC-80E5-43BD0B4F0E04}" type="presOf" srcId="{701B62D3-8129-4324-BB78-B21835497BD2}" destId="{5D2A5508-CF5E-47AD-9B79-281B3AA3BE6E}" srcOrd="1" destOrd="0" presId="urn:microsoft.com/office/officeart/2005/8/layout/list1"/>
    <dgm:cxn modelId="{4C67F3FF-D9C4-479D-A964-CE12B0FFD751}" type="presParOf" srcId="{0BFC3744-55CB-4E67-B24C-4E4E536D0C04}" destId="{5490CA95-31CE-48BA-AAD3-720DBCB4BA30}" srcOrd="0" destOrd="0" presId="urn:microsoft.com/office/officeart/2005/8/layout/list1"/>
    <dgm:cxn modelId="{4949E033-67A6-4E75-8C6A-1DE1EB3B5FA1}" type="presParOf" srcId="{5490CA95-31CE-48BA-AAD3-720DBCB4BA30}" destId="{58AFAB4E-11BB-4F7D-B50C-D9E7AC6EC6E4}" srcOrd="0" destOrd="0" presId="urn:microsoft.com/office/officeart/2005/8/layout/list1"/>
    <dgm:cxn modelId="{3B72BD1A-2098-45DB-B780-D613BB4EC721}" type="presParOf" srcId="{5490CA95-31CE-48BA-AAD3-720DBCB4BA30}" destId="{F27DC44E-5CEC-4F00-9964-2019FA3199E4}" srcOrd="1" destOrd="0" presId="urn:microsoft.com/office/officeart/2005/8/layout/list1"/>
    <dgm:cxn modelId="{D3FB7816-871E-48D2-A305-D6EFEAD8B477}" type="presParOf" srcId="{0BFC3744-55CB-4E67-B24C-4E4E536D0C04}" destId="{1101A355-2FD9-4453-9AD2-0A8A598A3BDA}" srcOrd="1" destOrd="0" presId="urn:microsoft.com/office/officeart/2005/8/layout/list1"/>
    <dgm:cxn modelId="{060AF444-F23B-4B5D-8219-1FFF8306365D}" type="presParOf" srcId="{0BFC3744-55CB-4E67-B24C-4E4E536D0C04}" destId="{EF46A77D-DD47-4507-8504-5B48CB3F42CF}" srcOrd="2" destOrd="0" presId="urn:microsoft.com/office/officeart/2005/8/layout/list1"/>
    <dgm:cxn modelId="{23544224-3EE3-4BEA-87EE-5F8449A2EC0A}" type="presParOf" srcId="{0BFC3744-55CB-4E67-B24C-4E4E536D0C04}" destId="{FACF41C8-35D3-4DCA-94BD-3BA42FD7E8D7}" srcOrd="3" destOrd="0" presId="urn:microsoft.com/office/officeart/2005/8/layout/list1"/>
    <dgm:cxn modelId="{565391C0-62ED-4861-881C-0EED0AA91BBC}" type="presParOf" srcId="{0BFC3744-55CB-4E67-B24C-4E4E536D0C04}" destId="{2B7217C5-4DDE-4FE9-B92F-3A9002B540B5}" srcOrd="4" destOrd="0" presId="urn:microsoft.com/office/officeart/2005/8/layout/list1"/>
    <dgm:cxn modelId="{7DCB34AF-1A68-4A74-A8AF-B054D7737A5A}" type="presParOf" srcId="{2B7217C5-4DDE-4FE9-B92F-3A9002B540B5}" destId="{2682EDF0-7228-4ECD-BCFD-C3A429EDB1BD}" srcOrd="0" destOrd="0" presId="urn:microsoft.com/office/officeart/2005/8/layout/list1"/>
    <dgm:cxn modelId="{675D011F-AE56-4C63-856F-D9ED225220AB}" type="presParOf" srcId="{2B7217C5-4DDE-4FE9-B92F-3A9002B540B5}" destId="{B2E23BBF-6C47-439C-9CC1-ED0E88E1808B}" srcOrd="1" destOrd="0" presId="urn:microsoft.com/office/officeart/2005/8/layout/list1"/>
    <dgm:cxn modelId="{58CD2D05-7B48-43A8-8017-AE1FF720E552}" type="presParOf" srcId="{0BFC3744-55CB-4E67-B24C-4E4E536D0C04}" destId="{2287DF23-A7C8-4B5D-94D0-D3F9525DE3C3}" srcOrd="5" destOrd="0" presId="urn:microsoft.com/office/officeart/2005/8/layout/list1"/>
    <dgm:cxn modelId="{7EC417FD-72C2-4809-A030-88ADEE3D1F25}" type="presParOf" srcId="{0BFC3744-55CB-4E67-B24C-4E4E536D0C04}" destId="{877713B5-7234-4124-A035-23DC8EFEA606}" srcOrd="6" destOrd="0" presId="urn:microsoft.com/office/officeart/2005/8/layout/list1"/>
    <dgm:cxn modelId="{F3FAD383-5F1A-40D6-808D-70F50C14B138}" type="presParOf" srcId="{0BFC3744-55CB-4E67-B24C-4E4E536D0C04}" destId="{20C4930B-A5B4-4D67-8FBB-BC91A58F2FBD}" srcOrd="7" destOrd="0" presId="urn:microsoft.com/office/officeart/2005/8/layout/list1"/>
    <dgm:cxn modelId="{E441E26B-F32B-4A98-BABC-25DCB0A19B20}" type="presParOf" srcId="{0BFC3744-55CB-4E67-B24C-4E4E536D0C04}" destId="{42ED6A51-B594-4BBA-94B6-537C2802293D}" srcOrd="8" destOrd="0" presId="urn:microsoft.com/office/officeart/2005/8/layout/list1"/>
    <dgm:cxn modelId="{5751B5AB-5B5B-46E2-AAD9-ACDB2CBBF653}" type="presParOf" srcId="{42ED6A51-B594-4BBA-94B6-537C2802293D}" destId="{73B15D51-5B83-41A9-920E-FA6F9B8A8742}" srcOrd="0" destOrd="0" presId="urn:microsoft.com/office/officeart/2005/8/layout/list1"/>
    <dgm:cxn modelId="{3691F914-D590-4CA7-AF8B-9BCBF12147EA}" type="presParOf" srcId="{42ED6A51-B594-4BBA-94B6-537C2802293D}" destId="{0244BC87-620C-4D88-897B-ACB21A280458}" srcOrd="1" destOrd="0" presId="urn:microsoft.com/office/officeart/2005/8/layout/list1"/>
    <dgm:cxn modelId="{8622C537-CC8E-4779-A4AA-EFD34693238A}" type="presParOf" srcId="{0BFC3744-55CB-4E67-B24C-4E4E536D0C04}" destId="{391D398E-A9B7-45D2-BA4F-EF80E2C94F12}" srcOrd="9" destOrd="0" presId="urn:microsoft.com/office/officeart/2005/8/layout/list1"/>
    <dgm:cxn modelId="{373652DB-6CAE-4E64-A7AB-3515692E6FF1}" type="presParOf" srcId="{0BFC3744-55CB-4E67-B24C-4E4E536D0C04}" destId="{7D43510E-F877-4319-AEDD-3955CC802C58}" srcOrd="10" destOrd="0" presId="urn:microsoft.com/office/officeart/2005/8/layout/list1"/>
    <dgm:cxn modelId="{057C105D-068B-46F1-8C15-50CD62658A24}" type="presParOf" srcId="{0BFC3744-55CB-4E67-B24C-4E4E536D0C04}" destId="{170AB12A-10B6-4740-A9A5-A5F5E8444FAD}" srcOrd="11" destOrd="0" presId="urn:microsoft.com/office/officeart/2005/8/layout/list1"/>
    <dgm:cxn modelId="{A5B9FD1F-E921-4ACF-98C9-D959EA481498}" type="presParOf" srcId="{0BFC3744-55CB-4E67-B24C-4E4E536D0C04}" destId="{25CC1544-F64E-4629-B2A3-9D558A14540F}" srcOrd="12" destOrd="0" presId="urn:microsoft.com/office/officeart/2005/8/layout/list1"/>
    <dgm:cxn modelId="{53C00A4C-35B9-4F92-9599-11E7A1FB75FE}" type="presParOf" srcId="{25CC1544-F64E-4629-B2A3-9D558A14540F}" destId="{2D9C6A55-48F6-4B6F-ACCE-25EEB469E017}" srcOrd="0" destOrd="0" presId="urn:microsoft.com/office/officeart/2005/8/layout/list1"/>
    <dgm:cxn modelId="{3CA995B2-5E7C-418E-B993-82C4B8A29769}" type="presParOf" srcId="{25CC1544-F64E-4629-B2A3-9D558A14540F}" destId="{5D2A5508-CF5E-47AD-9B79-281B3AA3BE6E}" srcOrd="1" destOrd="0" presId="urn:microsoft.com/office/officeart/2005/8/layout/list1"/>
    <dgm:cxn modelId="{46C5FA2C-4292-43F4-9194-29D82F2D94F5}" type="presParOf" srcId="{0BFC3744-55CB-4E67-B24C-4E4E536D0C04}" destId="{8C4492D9-F7EA-443A-90C7-A3EF34E01DB3}" srcOrd="13" destOrd="0" presId="urn:microsoft.com/office/officeart/2005/8/layout/list1"/>
    <dgm:cxn modelId="{EAD11E35-2D25-4B55-BBE9-3D49A7CF8CD3}" type="presParOf" srcId="{0BFC3744-55CB-4E67-B24C-4E4E536D0C04}" destId="{2CAF27B2-7BF9-4001-B95F-F277FCFD120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889D3C-C019-4059-8420-1D8BA786BEA3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B6DC042-6060-4FD4-8D20-E1ED69BA0DA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STP = Spanning Tree Protocol</a:t>
          </a:r>
          <a:endParaRPr lang="en-US"/>
        </a:p>
      </dgm:t>
    </dgm:pt>
    <dgm:pt modelId="{354B5292-BEFB-40E5-8BC0-7D9E01C412D3}" type="parTrans" cxnId="{26360DE5-8106-409F-BA03-94A49C1CFD94}">
      <dgm:prSet/>
      <dgm:spPr/>
      <dgm:t>
        <a:bodyPr/>
        <a:lstStyle/>
        <a:p>
          <a:endParaRPr lang="en-US"/>
        </a:p>
      </dgm:t>
    </dgm:pt>
    <dgm:pt modelId="{1C2B4984-DD0F-4803-AD6B-7535CA376FA6}" type="sibTrans" cxnId="{26360DE5-8106-409F-BA03-94A49C1CFD94}">
      <dgm:prSet/>
      <dgm:spPr/>
      <dgm:t>
        <a:bodyPr/>
        <a:lstStyle/>
        <a:p>
          <a:endParaRPr lang="en-US"/>
        </a:p>
      </dgm:t>
    </dgm:pt>
    <dgm:pt modelId="{B7C8EEC9-167E-4172-9C53-F4A2BEFA582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 dirty="0"/>
            <a:t>IEEE 802.1D</a:t>
          </a:r>
          <a:endParaRPr lang="en-US" dirty="0"/>
        </a:p>
      </dgm:t>
    </dgm:pt>
    <dgm:pt modelId="{4018B04D-5ED5-47A8-85E5-A98757E44A44}" type="parTrans" cxnId="{F9CD37C1-C8F6-4B08-8A39-8B993CF7B1FD}">
      <dgm:prSet/>
      <dgm:spPr/>
      <dgm:t>
        <a:bodyPr/>
        <a:lstStyle/>
        <a:p>
          <a:endParaRPr lang="en-US"/>
        </a:p>
      </dgm:t>
    </dgm:pt>
    <dgm:pt modelId="{4E03B912-6AE2-4D95-AC1E-5A81B0AD1C95}" type="sibTrans" cxnId="{F9CD37C1-C8F6-4B08-8A39-8B993CF7B1FD}">
      <dgm:prSet/>
      <dgm:spPr/>
      <dgm:t>
        <a:bodyPr/>
        <a:lstStyle/>
        <a:p>
          <a:endParaRPr lang="en-US"/>
        </a:p>
      </dgm:t>
    </dgm:pt>
    <dgm:pt modelId="{73917506-0026-4D2E-BFC8-5C722145167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Prevents Layer-2 loops</a:t>
          </a:r>
          <a:endParaRPr lang="en-US"/>
        </a:p>
      </dgm:t>
    </dgm:pt>
    <dgm:pt modelId="{852C9B0D-8021-4BC3-B227-000F702163D3}" type="parTrans" cxnId="{98B7A2DF-50BB-4EBA-BE5B-18FED9A55907}">
      <dgm:prSet/>
      <dgm:spPr/>
      <dgm:t>
        <a:bodyPr/>
        <a:lstStyle/>
        <a:p>
          <a:endParaRPr lang="en-US"/>
        </a:p>
      </dgm:t>
    </dgm:pt>
    <dgm:pt modelId="{95D17750-99D0-4B5A-BC23-BE068852124E}" type="sibTrans" cxnId="{98B7A2DF-50BB-4EBA-BE5B-18FED9A55907}">
      <dgm:prSet/>
      <dgm:spPr/>
      <dgm:t>
        <a:bodyPr/>
        <a:lstStyle/>
        <a:p>
          <a:endParaRPr lang="en-US"/>
        </a:p>
      </dgm:t>
    </dgm:pt>
    <dgm:pt modelId="{3A676D71-5440-4F70-AC51-2F358FA1FC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Keeps redundancy while avoiding storms</a:t>
          </a:r>
          <a:endParaRPr lang="en-US"/>
        </a:p>
      </dgm:t>
    </dgm:pt>
    <dgm:pt modelId="{96C5CCC9-0DC4-417C-BAC7-2B0E023764C0}" type="parTrans" cxnId="{6582D482-060F-4638-96BB-FA6E8B65C1C4}">
      <dgm:prSet/>
      <dgm:spPr/>
      <dgm:t>
        <a:bodyPr/>
        <a:lstStyle/>
        <a:p>
          <a:endParaRPr lang="en-US"/>
        </a:p>
      </dgm:t>
    </dgm:pt>
    <dgm:pt modelId="{DB79EE9F-1F5E-41B8-B5DB-56299CD6C1CC}" type="sibTrans" cxnId="{6582D482-060F-4638-96BB-FA6E8B65C1C4}">
      <dgm:prSet/>
      <dgm:spPr/>
      <dgm:t>
        <a:bodyPr/>
        <a:lstStyle/>
        <a:p>
          <a:endParaRPr lang="en-US"/>
        </a:p>
      </dgm:t>
    </dgm:pt>
    <dgm:pt modelId="{73D855C2-AE53-4F18-AED9-A0A7689469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Blocks ports logically, not physically</a:t>
          </a:r>
          <a:endParaRPr lang="en-US"/>
        </a:p>
      </dgm:t>
    </dgm:pt>
    <dgm:pt modelId="{5E80A459-6E38-4A52-BB74-1A2990ADB291}" type="parTrans" cxnId="{83CDFCF1-E1E0-4CC5-B18D-BCDB4DF7FE47}">
      <dgm:prSet/>
      <dgm:spPr/>
      <dgm:t>
        <a:bodyPr/>
        <a:lstStyle/>
        <a:p>
          <a:endParaRPr lang="en-US"/>
        </a:p>
      </dgm:t>
    </dgm:pt>
    <dgm:pt modelId="{10507A01-50BD-49B1-82B7-A34FE4997707}" type="sibTrans" cxnId="{83CDFCF1-E1E0-4CC5-B18D-BCDB4DF7FE47}">
      <dgm:prSet/>
      <dgm:spPr/>
      <dgm:t>
        <a:bodyPr/>
        <a:lstStyle/>
        <a:p>
          <a:endParaRPr lang="en-US"/>
        </a:p>
      </dgm:t>
    </dgm:pt>
    <dgm:pt modelId="{FCD24674-03C6-4F03-8413-5CEE7EED50E2}" type="pres">
      <dgm:prSet presAssocID="{0F889D3C-C019-4059-8420-1D8BA786BEA3}" presName="root" presStyleCnt="0">
        <dgm:presLayoutVars>
          <dgm:dir/>
          <dgm:resizeHandles val="exact"/>
        </dgm:presLayoutVars>
      </dgm:prSet>
      <dgm:spPr/>
    </dgm:pt>
    <dgm:pt modelId="{69A9339E-A956-40A0-BB44-0CAF9B13930B}" type="pres">
      <dgm:prSet presAssocID="{6B6DC042-6060-4FD4-8D20-E1ED69BA0DA1}" presName="compNode" presStyleCnt="0"/>
      <dgm:spPr/>
    </dgm:pt>
    <dgm:pt modelId="{06E9C57C-D248-4747-A861-022155D84CF6}" type="pres">
      <dgm:prSet presAssocID="{6B6DC042-6060-4FD4-8D20-E1ED69BA0DA1}" presName="iconBgRect" presStyleLbl="bgShp" presStyleIdx="0" presStyleCnt="5"/>
      <dgm:spPr/>
    </dgm:pt>
    <dgm:pt modelId="{76562CFA-3E14-4718-9457-C75397DA0937}" type="pres">
      <dgm:prSet presAssocID="{6B6DC042-6060-4FD4-8D20-E1ED69BA0D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F529587D-6D13-4279-840F-6F03C502C017}" type="pres">
      <dgm:prSet presAssocID="{6B6DC042-6060-4FD4-8D20-E1ED69BA0DA1}" presName="spaceRect" presStyleCnt="0"/>
      <dgm:spPr/>
    </dgm:pt>
    <dgm:pt modelId="{E6716219-D10C-470C-8C74-50CA3C73889E}" type="pres">
      <dgm:prSet presAssocID="{6B6DC042-6060-4FD4-8D20-E1ED69BA0DA1}" presName="textRect" presStyleLbl="revTx" presStyleIdx="0" presStyleCnt="5">
        <dgm:presLayoutVars>
          <dgm:chMax val="1"/>
          <dgm:chPref val="1"/>
        </dgm:presLayoutVars>
      </dgm:prSet>
      <dgm:spPr/>
    </dgm:pt>
    <dgm:pt modelId="{379FABD0-279F-4E38-83E8-BB8A14A6885A}" type="pres">
      <dgm:prSet presAssocID="{1C2B4984-DD0F-4803-AD6B-7535CA376FA6}" presName="sibTrans" presStyleCnt="0"/>
      <dgm:spPr/>
    </dgm:pt>
    <dgm:pt modelId="{E721B487-2469-4EE3-BABC-782F67A9EA7C}" type="pres">
      <dgm:prSet presAssocID="{B7C8EEC9-167E-4172-9C53-F4A2BEFA5825}" presName="compNode" presStyleCnt="0"/>
      <dgm:spPr/>
    </dgm:pt>
    <dgm:pt modelId="{C46D7390-7FE8-4DB5-A339-98106A4CB72B}" type="pres">
      <dgm:prSet presAssocID="{B7C8EEC9-167E-4172-9C53-F4A2BEFA5825}" presName="iconBgRect" presStyleLbl="bgShp" presStyleIdx="1" presStyleCnt="5"/>
      <dgm:spPr/>
    </dgm:pt>
    <dgm:pt modelId="{1C50B5C7-34BA-4221-BCCD-27E422B879A7}" type="pres">
      <dgm:prSet presAssocID="{B7C8EEC9-167E-4172-9C53-F4A2BEFA582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083948A7-5D0B-4507-A458-DE5F8E42EE98}" type="pres">
      <dgm:prSet presAssocID="{B7C8EEC9-167E-4172-9C53-F4A2BEFA5825}" presName="spaceRect" presStyleCnt="0"/>
      <dgm:spPr/>
    </dgm:pt>
    <dgm:pt modelId="{7490B4C3-F1F0-4245-9A0C-BC194FE393E7}" type="pres">
      <dgm:prSet presAssocID="{B7C8EEC9-167E-4172-9C53-F4A2BEFA5825}" presName="textRect" presStyleLbl="revTx" presStyleIdx="1" presStyleCnt="5">
        <dgm:presLayoutVars>
          <dgm:chMax val="1"/>
          <dgm:chPref val="1"/>
        </dgm:presLayoutVars>
      </dgm:prSet>
      <dgm:spPr/>
    </dgm:pt>
    <dgm:pt modelId="{43A52B7B-B23B-4B14-839C-97BF8564A7BC}" type="pres">
      <dgm:prSet presAssocID="{4E03B912-6AE2-4D95-AC1E-5A81B0AD1C95}" presName="sibTrans" presStyleCnt="0"/>
      <dgm:spPr/>
    </dgm:pt>
    <dgm:pt modelId="{331654AA-F489-45A0-9AFB-0FDD8EAF2ECF}" type="pres">
      <dgm:prSet presAssocID="{73917506-0026-4D2E-BFC8-5C7221451676}" presName="compNode" presStyleCnt="0"/>
      <dgm:spPr/>
    </dgm:pt>
    <dgm:pt modelId="{279A5532-79D2-4DC7-9FEC-A99FEF5F8743}" type="pres">
      <dgm:prSet presAssocID="{73917506-0026-4D2E-BFC8-5C7221451676}" presName="iconBgRect" presStyleLbl="bgShp" presStyleIdx="2" presStyleCnt="5"/>
      <dgm:spPr/>
    </dgm:pt>
    <dgm:pt modelId="{03105CD4-55A9-41EF-AD0E-2959CE5F4A08}" type="pres">
      <dgm:prSet presAssocID="{73917506-0026-4D2E-BFC8-5C722145167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1970922D-449A-42E0-A06E-2AFCB9356AED}" type="pres">
      <dgm:prSet presAssocID="{73917506-0026-4D2E-BFC8-5C7221451676}" presName="spaceRect" presStyleCnt="0"/>
      <dgm:spPr/>
    </dgm:pt>
    <dgm:pt modelId="{0FB6AFCF-F8F7-40C0-8F0C-D0F22756DC7A}" type="pres">
      <dgm:prSet presAssocID="{73917506-0026-4D2E-BFC8-5C7221451676}" presName="textRect" presStyleLbl="revTx" presStyleIdx="2" presStyleCnt="5">
        <dgm:presLayoutVars>
          <dgm:chMax val="1"/>
          <dgm:chPref val="1"/>
        </dgm:presLayoutVars>
      </dgm:prSet>
      <dgm:spPr/>
    </dgm:pt>
    <dgm:pt modelId="{B4F8946F-EB8A-47BB-A07F-B76BDBBFC840}" type="pres">
      <dgm:prSet presAssocID="{95D17750-99D0-4B5A-BC23-BE068852124E}" presName="sibTrans" presStyleCnt="0"/>
      <dgm:spPr/>
    </dgm:pt>
    <dgm:pt modelId="{0F36AEC3-3CDC-4AE4-B012-8DACF7A197F8}" type="pres">
      <dgm:prSet presAssocID="{3A676D71-5440-4F70-AC51-2F358FA1FC77}" presName="compNode" presStyleCnt="0"/>
      <dgm:spPr/>
    </dgm:pt>
    <dgm:pt modelId="{E9C49A08-B408-4A53-AC53-EE5F8CC37EBC}" type="pres">
      <dgm:prSet presAssocID="{3A676D71-5440-4F70-AC51-2F358FA1FC77}" presName="iconBgRect" presStyleLbl="bgShp" presStyleIdx="3" presStyleCnt="5"/>
      <dgm:spPr/>
    </dgm:pt>
    <dgm:pt modelId="{C0A662C4-DD66-4EE7-8DDC-450425060789}" type="pres">
      <dgm:prSet presAssocID="{3A676D71-5440-4F70-AC51-2F358FA1FC7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3769EF41-FD9A-4E7A-9685-BA5F03FED07F}" type="pres">
      <dgm:prSet presAssocID="{3A676D71-5440-4F70-AC51-2F358FA1FC77}" presName="spaceRect" presStyleCnt="0"/>
      <dgm:spPr/>
    </dgm:pt>
    <dgm:pt modelId="{C3259FCF-462A-482E-8CB4-37CA2C524CE8}" type="pres">
      <dgm:prSet presAssocID="{3A676D71-5440-4F70-AC51-2F358FA1FC77}" presName="textRect" presStyleLbl="revTx" presStyleIdx="3" presStyleCnt="5">
        <dgm:presLayoutVars>
          <dgm:chMax val="1"/>
          <dgm:chPref val="1"/>
        </dgm:presLayoutVars>
      </dgm:prSet>
      <dgm:spPr/>
    </dgm:pt>
    <dgm:pt modelId="{1530902A-4926-48BC-B172-11342CF2C59A}" type="pres">
      <dgm:prSet presAssocID="{DB79EE9F-1F5E-41B8-B5DB-56299CD6C1CC}" presName="sibTrans" presStyleCnt="0"/>
      <dgm:spPr/>
    </dgm:pt>
    <dgm:pt modelId="{7649D2CC-DA79-4429-B61E-226C4F889607}" type="pres">
      <dgm:prSet presAssocID="{73D855C2-AE53-4F18-AED9-A0A76894694E}" presName="compNode" presStyleCnt="0"/>
      <dgm:spPr/>
    </dgm:pt>
    <dgm:pt modelId="{D3ED6A05-B6F0-4AC5-825D-5B0D600CCBD2}" type="pres">
      <dgm:prSet presAssocID="{73D855C2-AE53-4F18-AED9-A0A76894694E}" presName="iconBgRect" presStyleLbl="bgShp" presStyleIdx="4" presStyleCnt="5"/>
      <dgm:spPr/>
    </dgm:pt>
    <dgm:pt modelId="{29C24912-EDF4-4C3B-AF96-D43E8101BF10}" type="pres">
      <dgm:prSet presAssocID="{73D855C2-AE53-4F18-AED9-A0A76894694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56D9E7F-98CC-4A93-A56A-20D8E7E6A06E}" type="pres">
      <dgm:prSet presAssocID="{73D855C2-AE53-4F18-AED9-A0A76894694E}" presName="spaceRect" presStyleCnt="0"/>
      <dgm:spPr/>
    </dgm:pt>
    <dgm:pt modelId="{6DBE278F-A5B2-4710-B770-01DF996B7686}" type="pres">
      <dgm:prSet presAssocID="{73D855C2-AE53-4F18-AED9-A0A76894694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7258413-A600-4875-98AA-D027A9C2505E}" type="presOf" srcId="{73917506-0026-4D2E-BFC8-5C7221451676}" destId="{0FB6AFCF-F8F7-40C0-8F0C-D0F22756DC7A}" srcOrd="0" destOrd="0" presId="urn:microsoft.com/office/officeart/2018/5/layout/IconCircleLabelList"/>
    <dgm:cxn modelId="{A0F25E20-D4CB-4F10-B3D8-AD73FF6B28CB}" type="presOf" srcId="{B7C8EEC9-167E-4172-9C53-F4A2BEFA5825}" destId="{7490B4C3-F1F0-4245-9A0C-BC194FE393E7}" srcOrd="0" destOrd="0" presId="urn:microsoft.com/office/officeart/2018/5/layout/IconCircleLabelList"/>
    <dgm:cxn modelId="{061DA92A-99BF-4CB7-BB8D-4866551DC45E}" type="presOf" srcId="{0F889D3C-C019-4059-8420-1D8BA786BEA3}" destId="{FCD24674-03C6-4F03-8413-5CEE7EED50E2}" srcOrd="0" destOrd="0" presId="urn:microsoft.com/office/officeart/2018/5/layout/IconCircleLabelList"/>
    <dgm:cxn modelId="{516FA32C-19DB-43FE-8AE0-1BA2300154B2}" type="presOf" srcId="{6B6DC042-6060-4FD4-8D20-E1ED69BA0DA1}" destId="{E6716219-D10C-470C-8C74-50CA3C73889E}" srcOrd="0" destOrd="0" presId="urn:microsoft.com/office/officeart/2018/5/layout/IconCircleLabelList"/>
    <dgm:cxn modelId="{F8A58F3A-BE24-41D2-A5CD-FCBC2F89D122}" type="presOf" srcId="{3A676D71-5440-4F70-AC51-2F358FA1FC77}" destId="{C3259FCF-462A-482E-8CB4-37CA2C524CE8}" srcOrd="0" destOrd="0" presId="urn:microsoft.com/office/officeart/2018/5/layout/IconCircleLabelList"/>
    <dgm:cxn modelId="{6582D482-060F-4638-96BB-FA6E8B65C1C4}" srcId="{0F889D3C-C019-4059-8420-1D8BA786BEA3}" destId="{3A676D71-5440-4F70-AC51-2F358FA1FC77}" srcOrd="3" destOrd="0" parTransId="{96C5CCC9-0DC4-417C-BAC7-2B0E023764C0}" sibTransId="{DB79EE9F-1F5E-41B8-B5DB-56299CD6C1CC}"/>
    <dgm:cxn modelId="{F9CD37C1-C8F6-4B08-8A39-8B993CF7B1FD}" srcId="{0F889D3C-C019-4059-8420-1D8BA786BEA3}" destId="{B7C8EEC9-167E-4172-9C53-F4A2BEFA5825}" srcOrd="1" destOrd="0" parTransId="{4018B04D-5ED5-47A8-85E5-A98757E44A44}" sibTransId="{4E03B912-6AE2-4D95-AC1E-5A81B0AD1C95}"/>
    <dgm:cxn modelId="{98B7A2DF-50BB-4EBA-BE5B-18FED9A55907}" srcId="{0F889D3C-C019-4059-8420-1D8BA786BEA3}" destId="{73917506-0026-4D2E-BFC8-5C7221451676}" srcOrd="2" destOrd="0" parTransId="{852C9B0D-8021-4BC3-B227-000F702163D3}" sibTransId="{95D17750-99D0-4B5A-BC23-BE068852124E}"/>
    <dgm:cxn modelId="{EA07E3E2-4091-4B96-B3A7-996ECE77EEC2}" type="presOf" srcId="{73D855C2-AE53-4F18-AED9-A0A76894694E}" destId="{6DBE278F-A5B2-4710-B770-01DF996B7686}" srcOrd="0" destOrd="0" presId="urn:microsoft.com/office/officeart/2018/5/layout/IconCircleLabelList"/>
    <dgm:cxn modelId="{26360DE5-8106-409F-BA03-94A49C1CFD94}" srcId="{0F889D3C-C019-4059-8420-1D8BA786BEA3}" destId="{6B6DC042-6060-4FD4-8D20-E1ED69BA0DA1}" srcOrd="0" destOrd="0" parTransId="{354B5292-BEFB-40E5-8BC0-7D9E01C412D3}" sibTransId="{1C2B4984-DD0F-4803-AD6B-7535CA376FA6}"/>
    <dgm:cxn modelId="{83CDFCF1-E1E0-4CC5-B18D-BCDB4DF7FE47}" srcId="{0F889D3C-C019-4059-8420-1D8BA786BEA3}" destId="{73D855C2-AE53-4F18-AED9-A0A76894694E}" srcOrd="4" destOrd="0" parTransId="{5E80A459-6E38-4A52-BB74-1A2990ADB291}" sibTransId="{10507A01-50BD-49B1-82B7-A34FE4997707}"/>
    <dgm:cxn modelId="{2F2EF4D7-3F34-4972-8A9A-C37D2012B2ED}" type="presParOf" srcId="{FCD24674-03C6-4F03-8413-5CEE7EED50E2}" destId="{69A9339E-A956-40A0-BB44-0CAF9B13930B}" srcOrd="0" destOrd="0" presId="urn:microsoft.com/office/officeart/2018/5/layout/IconCircleLabelList"/>
    <dgm:cxn modelId="{2B6454DC-0B97-414A-A41E-6C0B9FB7F502}" type="presParOf" srcId="{69A9339E-A956-40A0-BB44-0CAF9B13930B}" destId="{06E9C57C-D248-4747-A861-022155D84CF6}" srcOrd="0" destOrd="0" presId="urn:microsoft.com/office/officeart/2018/5/layout/IconCircleLabelList"/>
    <dgm:cxn modelId="{F201F9E8-E755-47E2-8CF0-F3EF8C7F90CB}" type="presParOf" srcId="{69A9339E-A956-40A0-BB44-0CAF9B13930B}" destId="{76562CFA-3E14-4718-9457-C75397DA0937}" srcOrd="1" destOrd="0" presId="urn:microsoft.com/office/officeart/2018/5/layout/IconCircleLabelList"/>
    <dgm:cxn modelId="{6005BEF5-6611-4428-A8DD-6D35193AB960}" type="presParOf" srcId="{69A9339E-A956-40A0-BB44-0CAF9B13930B}" destId="{F529587D-6D13-4279-840F-6F03C502C017}" srcOrd="2" destOrd="0" presId="urn:microsoft.com/office/officeart/2018/5/layout/IconCircleLabelList"/>
    <dgm:cxn modelId="{391AF3F1-10A4-4F9B-A8C9-532E543062F7}" type="presParOf" srcId="{69A9339E-A956-40A0-BB44-0CAF9B13930B}" destId="{E6716219-D10C-470C-8C74-50CA3C73889E}" srcOrd="3" destOrd="0" presId="urn:microsoft.com/office/officeart/2018/5/layout/IconCircleLabelList"/>
    <dgm:cxn modelId="{F57585CF-31D3-4F88-8720-C6A45C3D81F6}" type="presParOf" srcId="{FCD24674-03C6-4F03-8413-5CEE7EED50E2}" destId="{379FABD0-279F-4E38-83E8-BB8A14A6885A}" srcOrd="1" destOrd="0" presId="urn:microsoft.com/office/officeart/2018/5/layout/IconCircleLabelList"/>
    <dgm:cxn modelId="{3153F700-5422-40CF-AC21-6DF597B0B42A}" type="presParOf" srcId="{FCD24674-03C6-4F03-8413-5CEE7EED50E2}" destId="{E721B487-2469-4EE3-BABC-782F67A9EA7C}" srcOrd="2" destOrd="0" presId="urn:microsoft.com/office/officeart/2018/5/layout/IconCircleLabelList"/>
    <dgm:cxn modelId="{014DB652-1326-4B36-9DDD-9CF9539F9268}" type="presParOf" srcId="{E721B487-2469-4EE3-BABC-782F67A9EA7C}" destId="{C46D7390-7FE8-4DB5-A339-98106A4CB72B}" srcOrd="0" destOrd="0" presId="urn:microsoft.com/office/officeart/2018/5/layout/IconCircleLabelList"/>
    <dgm:cxn modelId="{F188C337-0C97-42EE-8534-7F2E2EB4ECA4}" type="presParOf" srcId="{E721B487-2469-4EE3-BABC-782F67A9EA7C}" destId="{1C50B5C7-34BA-4221-BCCD-27E422B879A7}" srcOrd="1" destOrd="0" presId="urn:microsoft.com/office/officeart/2018/5/layout/IconCircleLabelList"/>
    <dgm:cxn modelId="{6132119F-828B-4838-9FA1-799415C244F1}" type="presParOf" srcId="{E721B487-2469-4EE3-BABC-782F67A9EA7C}" destId="{083948A7-5D0B-4507-A458-DE5F8E42EE98}" srcOrd="2" destOrd="0" presId="urn:microsoft.com/office/officeart/2018/5/layout/IconCircleLabelList"/>
    <dgm:cxn modelId="{F9C2A99B-E07B-4B35-9CE7-35B6AAB87D5C}" type="presParOf" srcId="{E721B487-2469-4EE3-BABC-782F67A9EA7C}" destId="{7490B4C3-F1F0-4245-9A0C-BC194FE393E7}" srcOrd="3" destOrd="0" presId="urn:microsoft.com/office/officeart/2018/5/layout/IconCircleLabelList"/>
    <dgm:cxn modelId="{5F89CB52-9911-4D37-A862-59C4B1F60DEE}" type="presParOf" srcId="{FCD24674-03C6-4F03-8413-5CEE7EED50E2}" destId="{43A52B7B-B23B-4B14-839C-97BF8564A7BC}" srcOrd="3" destOrd="0" presId="urn:microsoft.com/office/officeart/2018/5/layout/IconCircleLabelList"/>
    <dgm:cxn modelId="{CC8E02D8-8743-49F2-86A0-0E09183CF743}" type="presParOf" srcId="{FCD24674-03C6-4F03-8413-5CEE7EED50E2}" destId="{331654AA-F489-45A0-9AFB-0FDD8EAF2ECF}" srcOrd="4" destOrd="0" presId="urn:microsoft.com/office/officeart/2018/5/layout/IconCircleLabelList"/>
    <dgm:cxn modelId="{9BFC8415-88CA-4384-A4DB-7F5674D717C1}" type="presParOf" srcId="{331654AA-F489-45A0-9AFB-0FDD8EAF2ECF}" destId="{279A5532-79D2-4DC7-9FEC-A99FEF5F8743}" srcOrd="0" destOrd="0" presId="urn:microsoft.com/office/officeart/2018/5/layout/IconCircleLabelList"/>
    <dgm:cxn modelId="{38865A59-18EA-4B30-9A2A-C2EF5BACD9FC}" type="presParOf" srcId="{331654AA-F489-45A0-9AFB-0FDD8EAF2ECF}" destId="{03105CD4-55A9-41EF-AD0E-2959CE5F4A08}" srcOrd="1" destOrd="0" presId="urn:microsoft.com/office/officeart/2018/5/layout/IconCircleLabelList"/>
    <dgm:cxn modelId="{EC005B38-06B7-4B37-B58B-ECBDC2DE87B7}" type="presParOf" srcId="{331654AA-F489-45A0-9AFB-0FDD8EAF2ECF}" destId="{1970922D-449A-42E0-A06E-2AFCB9356AED}" srcOrd="2" destOrd="0" presId="urn:microsoft.com/office/officeart/2018/5/layout/IconCircleLabelList"/>
    <dgm:cxn modelId="{980970F8-A0DD-4CA9-B284-9EA0F990F75F}" type="presParOf" srcId="{331654AA-F489-45A0-9AFB-0FDD8EAF2ECF}" destId="{0FB6AFCF-F8F7-40C0-8F0C-D0F22756DC7A}" srcOrd="3" destOrd="0" presId="urn:microsoft.com/office/officeart/2018/5/layout/IconCircleLabelList"/>
    <dgm:cxn modelId="{7801BE09-3B23-43AB-90C1-76C87B3B0475}" type="presParOf" srcId="{FCD24674-03C6-4F03-8413-5CEE7EED50E2}" destId="{B4F8946F-EB8A-47BB-A07F-B76BDBBFC840}" srcOrd="5" destOrd="0" presId="urn:microsoft.com/office/officeart/2018/5/layout/IconCircleLabelList"/>
    <dgm:cxn modelId="{A8615852-75B5-49E9-B344-9DEAB4630523}" type="presParOf" srcId="{FCD24674-03C6-4F03-8413-5CEE7EED50E2}" destId="{0F36AEC3-3CDC-4AE4-B012-8DACF7A197F8}" srcOrd="6" destOrd="0" presId="urn:microsoft.com/office/officeart/2018/5/layout/IconCircleLabelList"/>
    <dgm:cxn modelId="{55044625-F0D5-420C-A701-35134FE0C5F1}" type="presParOf" srcId="{0F36AEC3-3CDC-4AE4-B012-8DACF7A197F8}" destId="{E9C49A08-B408-4A53-AC53-EE5F8CC37EBC}" srcOrd="0" destOrd="0" presId="urn:microsoft.com/office/officeart/2018/5/layout/IconCircleLabelList"/>
    <dgm:cxn modelId="{31692D85-A7E7-41DE-AEF1-F6206B42D532}" type="presParOf" srcId="{0F36AEC3-3CDC-4AE4-B012-8DACF7A197F8}" destId="{C0A662C4-DD66-4EE7-8DDC-450425060789}" srcOrd="1" destOrd="0" presId="urn:microsoft.com/office/officeart/2018/5/layout/IconCircleLabelList"/>
    <dgm:cxn modelId="{2F871F68-530D-400D-AFB2-C0557FA4E951}" type="presParOf" srcId="{0F36AEC3-3CDC-4AE4-B012-8DACF7A197F8}" destId="{3769EF41-FD9A-4E7A-9685-BA5F03FED07F}" srcOrd="2" destOrd="0" presId="urn:microsoft.com/office/officeart/2018/5/layout/IconCircleLabelList"/>
    <dgm:cxn modelId="{E0AA5580-DA6E-44EF-A006-B7D8327C634E}" type="presParOf" srcId="{0F36AEC3-3CDC-4AE4-B012-8DACF7A197F8}" destId="{C3259FCF-462A-482E-8CB4-37CA2C524CE8}" srcOrd="3" destOrd="0" presId="urn:microsoft.com/office/officeart/2018/5/layout/IconCircleLabelList"/>
    <dgm:cxn modelId="{16835CF5-F2AA-4F9C-A6BD-3E1C500E2C92}" type="presParOf" srcId="{FCD24674-03C6-4F03-8413-5CEE7EED50E2}" destId="{1530902A-4926-48BC-B172-11342CF2C59A}" srcOrd="7" destOrd="0" presId="urn:microsoft.com/office/officeart/2018/5/layout/IconCircleLabelList"/>
    <dgm:cxn modelId="{3BA357A9-7474-4C00-B1B8-11A61211E652}" type="presParOf" srcId="{FCD24674-03C6-4F03-8413-5CEE7EED50E2}" destId="{7649D2CC-DA79-4429-B61E-226C4F889607}" srcOrd="8" destOrd="0" presId="urn:microsoft.com/office/officeart/2018/5/layout/IconCircleLabelList"/>
    <dgm:cxn modelId="{8F28671E-6382-4972-A5FE-FC7BD39E976E}" type="presParOf" srcId="{7649D2CC-DA79-4429-B61E-226C4F889607}" destId="{D3ED6A05-B6F0-4AC5-825D-5B0D600CCBD2}" srcOrd="0" destOrd="0" presId="urn:microsoft.com/office/officeart/2018/5/layout/IconCircleLabelList"/>
    <dgm:cxn modelId="{9247C4DA-D06B-49A5-A0AB-D47856632ED6}" type="presParOf" srcId="{7649D2CC-DA79-4429-B61E-226C4F889607}" destId="{29C24912-EDF4-4C3B-AF96-D43E8101BF10}" srcOrd="1" destOrd="0" presId="urn:microsoft.com/office/officeart/2018/5/layout/IconCircleLabelList"/>
    <dgm:cxn modelId="{12D0F3F1-C849-433A-9B53-4276E01BEA1C}" type="presParOf" srcId="{7649D2CC-DA79-4429-B61E-226C4F889607}" destId="{D56D9E7F-98CC-4A93-A56A-20D8E7E6A06E}" srcOrd="2" destOrd="0" presId="urn:microsoft.com/office/officeart/2018/5/layout/IconCircleLabelList"/>
    <dgm:cxn modelId="{0D523CA2-413C-4F14-855D-47566F7E318E}" type="presParOf" srcId="{7649D2CC-DA79-4429-B61E-226C4F889607}" destId="{6DBE278F-A5B2-4710-B770-01DF996B768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D714D4-406D-47D3-B434-011778CF799D}" type="doc">
      <dgm:prSet loTypeId="urn:microsoft.com/office/officeart/2005/8/layout/vList5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4610B9B-485B-40F3-9A4C-DA1C2D90B7E1}">
      <dgm:prSet/>
      <dgm:spPr/>
      <dgm:t>
        <a:bodyPr/>
        <a:lstStyle/>
        <a:p>
          <a:r>
            <a:rPr lang="en-US" dirty="0"/>
            <a:t>1. Elects a Root Bridge</a:t>
          </a:r>
        </a:p>
      </dgm:t>
    </dgm:pt>
    <dgm:pt modelId="{B52574D2-B944-4E65-8549-5F67336059F4}" type="parTrans" cxnId="{0DA5EBB5-1C2B-4977-8FC0-BB2E520A85D1}">
      <dgm:prSet/>
      <dgm:spPr/>
      <dgm:t>
        <a:bodyPr/>
        <a:lstStyle/>
        <a:p>
          <a:endParaRPr lang="en-US"/>
        </a:p>
      </dgm:t>
    </dgm:pt>
    <dgm:pt modelId="{4A271373-EB24-4988-B356-F7C478D87367}" type="sibTrans" cxnId="{0DA5EBB5-1C2B-4977-8FC0-BB2E520A85D1}">
      <dgm:prSet/>
      <dgm:spPr/>
      <dgm:t>
        <a:bodyPr/>
        <a:lstStyle/>
        <a:p>
          <a:endParaRPr lang="en-US"/>
        </a:p>
      </dgm:t>
    </dgm:pt>
    <dgm:pt modelId="{AB9F3E3A-8709-4C57-8CA9-721D8DBED1FB}">
      <dgm:prSet/>
      <dgm:spPr/>
      <dgm:t>
        <a:bodyPr/>
        <a:lstStyle/>
        <a:p>
          <a:r>
            <a:rPr lang="en-US" dirty="0"/>
            <a:t>    2. Calculates best paths to the root</a:t>
          </a:r>
        </a:p>
      </dgm:t>
    </dgm:pt>
    <dgm:pt modelId="{0A330866-888E-4FB3-9B02-EB7B06706A26}" type="parTrans" cxnId="{9C61D5F5-AFB0-4B6F-B93E-ABFC3DE52AD2}">
      <dgm:prSet/>
      <dgm:spPr/>
      <dgm:t>
        <a:bodyPr/>
        <a:lstStyle/>
        <a:p>
          <a:endParaRPr lang="en-US"/>
        </a:p>
      </dgm:t>
    </dgm:pt>
    <dgm:pt modelId="{834F5113-B96C-4972-871B-A5E50976AEC8}" type="sibTrans" cxnId="{9C61D5F5-AFB0-4B6F-B93E-ABFC3DE52AD2}">
      <dgm:prSet/>
      <dgm:spPr/>
      <dgm:t>
        <a:bodyPr/>
        <a:lstStyle/>
        <a:p>
          <a:endParaRPr lang="en-US"/>
        </a:p>
      </dgm:t>
    </dgm:pt>
    <dgm:pt modelId="{7C2B286B-0E39-4266-834F-DAD025B8A352}">
      <dgm:prSet/>
      <dgm:spPr/>
      <dgm:t>
        <a:bodyPr/>
        <a:lstStyle/>
        <a:p>
          <a:r>
            <a:rPr lang="en-US" dirty="0"/>
            <a:t>    3. Blocks redundant ports</a:t>
          </a:r>
        </a:p>
      </dgm:t>
    </dgm:pt>
    <dgm:pt modelId="{C7AC550E-6114-4D44-9C8A-FD677D22DE6A}" type="parTrans" cxnId="{0F4F4334-EF87-4655-B2A3-2444DFD926E5}">
      <dgm:prSet/>
      <dgm:spPr/>
      <dgm:t>
        <a:bodyPr/>
        <a:lstStyle/>
        <a:p>
          <a:endParaRPr lang="en-US"/>
        </a:p>
      </dgm:t>
    </dgm:pt>
    <dgm:pt modelId="{27C2F4F5-CA5C-4B71-8054-D9820394C9A5}" type="sibTrans" cxnId="{0F4F4334-EF87-4655-B2A3-2444DFD926E5}">
      <dgm:prSet/>
      <dgm:spPr/>
      <dgm:t>
        <a:bodyPr/>
        <a:lstStyle/>
        <a:p>
          <a:endParaRPr lang="en-US"/>
        </a:p>
      </dgm:t>
    </dgm:pt>
    <dgm:pt modelId="{7722E59B-5E58-4CA4-8103-239F5E0EEE55}">
      <dgm:prSet/>
      <dgm:spPr/>
      <dgm:t>
        <a:bodyPr/>
        <a:lstStyle/>
        <a:p>
          <a:r>
            <a:rPr lang="en-US" dirty="0"/>
            <a:t>All decisions are based on BPDUs.</a:t>
          </a:r>
        </a:p>
      </dgm:t>
    </dgm:pt>
    <dgm:pt modelId="{4AAB7D9C-47D8-489C-876F-C2A38E8ABDFC}" type="parTrans" cxnId="{BE77239E-3BD9-43C6-B340-FD43FCA6C0DC}">
      <dgm:prSet/>
      <dgm:spPr/>
      <dgm:t>
        <a:bodyPr/>
        <a:lstStyle/>
        <a:p>
          <a:endParaRPr lang="en-US"/>
        </a:p>
      </dgm:t>
    </dgm:pt>
    <dgm:pt modelId="{DF9CF145-2DAC-4BC2-BCB4-8816554C6891}" type="sibTrans" cxnId="{BE77239E-3BD9-43C6-B340-FD43FCA6C0DC}">
      <dgm:prSet/>
      <dgm:spPr/>
      <dgm:t>
        <a:bodyPr/>
        <a:lstStyle/>
        <a:p>
          <a:endParaRPr lang="en-US"/>
        </a:p>
      </dgm:t>
    </dgm:pt>
    <dgm:pt modelId="{5D7BC640-9A19-47EC-826F-E49918CBF7C7}">
      <dgm:prSet/>
      <dgm:spPr/>
      <dgm:t>
        <a:bodyPr/>
        <a:lstStyle/>
        <a:p>
          <a:r>
            <a:rPr lang="en-US" dirty="0"/>
            <a:t>STP performs three steps</a:t>
          </a:r>
        </a:p>
      </dgm:t>
    </dgm:pt>
    <dgm:pt modelId="{2CAA7275-83B5-4489-8FB3-986ED54F9D27}" type="sibTrans" cxnId="{A225BA68-5535-4E8B-9F5C-6EA2520B25AD}">
      <dgm:prSet/>
      <dgm:spPr/>
      <dgm:t>
        <a:bodyPr/>
        <a:lstStyle/>
        <a:p>
          <a:endParaRPr lang="en-US"/>
        </a:p>
      </dgm:t>
    </dgm:pt>
    <dgm:pt modelId="{87D068B4-EC84-4281-9D9D-B89CB47BF47A}" type="parTrans" cxnId="{A225BA68-5535-4E8B-9F5C-6EA2520B25AD}">
      <dgm:prSet/>
      <dgm:spPr/>
      <dgm:t>
        <a:bodyPr/>
        <a:lstStyle/>
        <a:p>
          <a:endParaRPr lang="en-US"/>
        </a:p>
      </dgm:t>
    </dgm:pt>
    <dgm:pt modelId="{98E13538-6ABE-4751-AD93-C6865969E1A5}" type="pres">
      <dgm:prSet presAssocID="{B9D714D4-406D-47D3-B434-011778CF799D}" presName="Name0" presStyleCnt="0">
        <dgm:presLayoutVars>
          <dgm:dir/>
          <dgm:animLvl val="lvl"/>
          <dgm:resizeHandles val="exact"/>
        </dgm:presLayoutVars>
      </dgm:prSet>
      <dgm:spPr/>
    </dgm:pt>
    <dgm:pt modelId="{258B477D-CEF1-4CD1-BC02-671601011284}" type="pres">
      <dgm:prSet presAssocID="{5D7BC640-9A19-47EC-826F-E49918CBF7C7}" presName="linNode" presStyleCnt="0"/>
      <dgm:spPr/>
    </dgm:pt>
    <dgm:pt modelId="{5D89DA9A-917F-432F-ACC1-6629622A3160}" type="pres">
      <dgm:prSet presAssocID="{5D7BC640-9A19-47EC-826F-E49918CBF7C7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1FC29A6-955C-4C8C-887B-FA5B6920FABD}" type="pres">
      <dgm:prSet presAssocID="{2CAA7275-83B5-4489-8FB3-986ED54F9D27}" presName="sp" presStyleCnt="0"/>
      <dgm:spPr/>
    </dgm:pt>
    <dgm:pt modelId="{E0A9C1E7-6BF4-4FC0-B2B7-B11DAE298C30}" type="pres">
      <dgm:prSet presAssocID="{D4610B9B-485B-40F3-9A4C-DA1C2D90B7E1}" presName="linNode" presStyleCnt="0"/>
      <dgm:spPr/>
    </dgm:pt>
    <dgm:pt modelId="{D3B30CF0-9D5F-4094-B09B-44D0B803B0AE}" type="pres">
      <dgm:prSet presAssocID="{D4610B9B-485B-40F3-9A4C-DA1C2D90B7E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1F260C5-909E-4E04-B8B3-8DAC600EBC4E}" type="pres">
      <dgm:prSet presAssocID="{4A271373-EB24-4988-B356-F7C478D87367}" presName="sp" presStyleCnt="0"/>
      <dgm:spPr/>
    </dgm:pt>
    <dgm:pt modelId="{10083247-1937-45A6-A128-DCCCB3D7E308}" type="pres">
      <dgm:prSet presAssocID="{AB9F3E3A-8709-4C57-8CA9-721D8DBED1FB}" presName="linNode" presStyleCnt="0"/>
      <dgm:spPr/>
    </dgm:pt>
    <dgm:pt modelId="{A1885368-7233-4048-917A-EA287B9261E2}" type="pres">
      <dgm:prSet presAssocID="{AB9F3E3A-8709-4C57-8CA9-721D8DBED1FB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70605C09-B481-42B2-A53E-49C783DB1CB0}" type="pres">
      <dgm:prSet presAssocID="{834F5113-B96C-4972-871B-A5E50976AEC8}" presName="sp" presStyleCnt="0"/>
      <dgm:spPr/>
    </dgm:pt>
    <dgm:pt modelId="{EA4FE3AA-AC38-4252-8AA1-DBCDC8CA05C3}" type="pres">
      <dgm:prSet presAssocID="{7C2B286B-0E39-4266-834F-DAD025B8A352}" presName="linNode" presStyleCnt="0"/>
      <dgm:spPr/>
    </dgm:pt>
    <dgm:pt modelId="{57E8AEEE-0218-4794-8A88-330A4EEADB7E}" type="pres">
      <dgm:prSet presAssocID="{7C2B286B-0E39-4266-834F-DAD025B8A352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96BA73D-8473-438C-92EF-09D26E48C690}" type="pres">
      <dgm:prSet presAssocID="{27C2F4F5-CA5C-4B71-8054-D9820394C9A5}" presName="sp" presStyleCnt="0"/>
      <dgm:spPr/>
    </dgm:pt>
    <dgm:pt modelId="{A2AE89FA-EF17-4C89-9FD5-BB3F4F43EADF}" type="pres">
      <dgm:prSet presAssocID="{7722E59B-5E58-4CA4-8103-239F5E0EEE55}" presName="linNode" presStyleCnt="0"/>
      <dgm:spPr/>
    </dgm:pt>
    <dgm:pt modelId="{5F425710-BBAB-488D-A3CD-5A7CDD3B1A46}" type="pres">
      <dgm:prSet presAssocID="{7722E59B-5E58-4CA4-8103-239F5E0EEE55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0F4F4334-EF87-4655-B2A3-2444DFD926E5}" srcId="{B9D714D4-406D-47D3-B434-011778CF799D}" destId="{7C2B286B-0E39-4266-834F-DAD025B8A352}" srcOrd="3" destOrd="0" parTransId="{C7AC550E-6114-4D44-9C8A-FD677D22DE6A}" sibTransId="{27C2F4F5-CA5C-4B71-8054-D9820394C9A5}"/>
    <dgm:cxn modelId="{A225BA68-5535-4E8B-9F5C-6EA2520B25AD}" srcId="{B9D714D4-406D-47D3-B434-011778CF799D}" destId="{5D7BC640-9A19-47EC-826F-E49918CBF7C7}" srcOrd="0" destOrd="0" parTransId="{87D068B4-EC84-4281-9D9D-B89CB47BF47A}" sibTransId="{2CAA7275-83B5-4489-8FB3-986ED54F9D27}"/>
    <dgm:cxn modelId="{7A8FBF88-5BE7-4A93-A14E-2EC6381AF9B2}" type="presOf" srcId="{7C2B286B-0E39-4266-834F-DAD025B8A352}" destId="{57E8AEEE-0218-4794-8A88-330A4EEADB7E}" srcOrd="0" destOrd="0" presId="urn:microsoft.com/office/officeart/2005/8/layout/vList5"/>
    <dgm:cxn modelId="{30F3D988-8A3C-4D97-8A2D-E74DB7C5A695}" type="presOf" srcId="{D4610B9B-485B-40F3-9A4C-DA1C2D90B7E1}" destId="{D3B30CF0-9D5F-4094-B09B-44D0B803B0AE}" srcOrd="0" destOrd="0" presId="urn:microsoft.com/office/officeart/2005/8/layout/vList5"/>
    <dgm:cxn modelId="{BE77239E-3BD9-43C6-B340-FD43FCA6C0DC}" srcId="{B9D714D4-406D-47D3-B434-011778CF799D}" destId="{7722E59B-5E58-4CA4-8103-239F5E0EEE55}" srcOrd="4" destOrd="0" parTransId="{4AAB7D9C-47D8-489C-876F-C2A38E8ABDFC}" sibTransId="{DF9CF145-2DAC-4BC2-BCB4-8816554C6891}"/>
    <dgm:cxn modelId="{F50867A7-5E43-4087-81AE-70F3EFC32DEB}" type="presOf" srcId="{B9D714D4-406D-47D3-B434-011778CF799D}" destId="{98E13538-6ABE-4751-AD93-C6865969E1A5}" srcOrd="0" destOrd="0" presId="urn:microsoft.com/office/officeart/2005/8/layout/vList5"/>
    <dgm:cxn modelId="{FA0FCFAF-68C4-4E0D-829D-845D9332A365}" type="presOf" srcId="{AB9F3E3A-8709-4C57-8CA9-721D8DBED1FB}" destId="{A1885368-7233-4048-917A-EA287B9261E2}" srcOrd="0" destOrd="0" presId="urn:microsoft.com/office/officeart/2005/8/layout/vList5"/>
    <dgm:cxn modelId="{0DA5EBB5-1C2B-4977-8FC0-BB2E520A85D1}" srcId="{B9D714D4-406D-47D3-B434-011778CF799D}" destId="{D4610B9B-485B-40F3-9A4C-DA1C2D90B7E1}" srcOrd="1" destOrd="0" parTransId="{B52574D2-B944-4E65-8549-5F67336059F4}" sibTransId="{4A271373-EB24-4988-B356-F7C478D87367}"/>
    <dgm:cxn modelId="{86A6C9DB-CF2D-47FA-9581-00F830C18990}" type="presOf" srcId="{5D7BC640-9A19-47EC-826F-E49918CBF7C7}" destId="{5D89DA9A-917F-432F-ACC1-6629622A3160}" srcOrd="0" destOrd="0" presId="urn:microsoft.com/office/officeart/2005/8/layout/vList5"/>
    <dgm:cxn modelId="{082539DF-5BA3-4437-8BE4-8DF7F93F80F1}" type="presOf" srcId="{7722E59B-5E58-4CA4-8103-239F5E0EEE55}" destId="{5F425710-BBAB-488D-A3CD-5A7CDD3B1A46}" srcOrd="0" destOrd="0" presId="urn:microsoft.com/office/officeart/2005/8/layout/vList5"/>
    <dgm:cxn modelId="{9C61D5F5-AFB0-4B6F-B93E-ABFC3DE52AD2}" srcId="{B9D714D4-406D-47D3-B434-011778CF799D}" destId="{AB9F3E3A-8709-4C57-8CA9-721D8DBED1FB}" srcOrd="2" destOrd="0" parTransId="{0A330866-888E-4FB3-9B02-EB7B06706A26}" sibTransId="{834F5113-B96C-4972-871B-A5E50976AEC8}"/>
    <dgm:cxn modelId="{6A1CB0FB-1AA3-4BEE-BCD6-F0DC4D769095}" type="presParOf" srcId="{98E13538-6ABE-4751-AD93-C6865969E1A5}" destId="{258B477D-CEF1-4CD1-BC02-671601011284}" srcOrd="0" destOrd="0" presId="urn:microsoft.com/office/officeart/2005/8/layout/vList5"/>
    <dgm:cxn modelId="{4F774070-7246-47A7-85CD-03E2DEDDEBB8}" type="presParOf" srcId="{258B477D-CEF1-4CD1-BC02-671601011284}" destId="{5D89DA9A-917F-432F-ACC1-6629622A3160}" srcOrd="0" destOrd="0" presId="urn:microsoft.com/office/officeart/2005/8/layout/vList5"/>
    <dgm:cxn modelId="{D855ED58-55A4-4149-AD98-030C4A2A981A}" type="presParOf" srcId="{98E13538-6ABE-4751-AD93-C6865969E1A5}" destId="{71FC29A6-955C-4C8C-887B-FA5B6920FABD}" srcOrd="1" destOrd="0" presId="urn:microsoft.com/office/officeart/2005/8/layout/vList5"/>
    <dgm:cxn modelId="{3A366AB6-FD63-4D42-BA6E-54F493F335B2}" type="presParOf" srcId="{98E13538-6ABE-4751-AD93-C6865969E1A5}" destId="{E0A9C1E7-6BF4-4FC0-B2B7-B11DAE298C30}" srcOrd="2" destOrd="0" presId="urn:microsoft.com/office/officeart/2005/8/layout/vList5"/>
    <dgm:cxn modelId="{10CA456B-6205-4C73-A82B-B5EEC78AF1B1}" type="presParOf" srcId="{E0A9C1E7-6BF4-4FC0-B2B7-B11DAE298C30}" destId="{D3B30CF0-9D5F-4094-B09B-44D0B803B0AE}" srcOrd="0" destOrd="0" presId="urn:microsoft.com/office/officeart/2005/8/layout/vList5"/>
    <dgm:cxn modelId="{32649C04-9A04-4580-A048-871E74CDECEA}" type="presParOf" srcId="{98E13538-6ABE-4751-AD93-C6865969E1A5}" destId="{51F260C5-909E-4E04-B8B3-8DAC600EBC4E}" srcOrd="3" destOrd="0" presId="urn:microsoft.com/office/officeart/2005/8/layout/vList5"/>
    <dgm:cxn modelId="{6174A87E-CC9A-4824-BD83-3F2029D233F1}" type="presParOf" srcId="{98E13538-6ABE-4751-AD93-C6865969E1A5}" destId="{10083247-1937-45A6-A128-DCCCB3D7E308}" srcOrd="4" destOrd="0" presId="urn:microsoft.com/office/officeart/2005/8/layout/vList5"/>
    <dgm:cxn modelId="{F3449758-E6C2-41A0-9ADD-BE70485238B6}" type="presParOf" srcId="{10083247-1937-45A6-A128-DCCCB3D7E308}" destId="{A1885368-7233-4048-917A-EA287B9261E2}" srcOrd="0" destOrd="0" presId="urn:microsoft.com/office/officeart/2005/8/layout/vList5"/>
    <dgm:cxn modelId="{9C008762-A8CB-4067-902F-7C047B97CF21}" type="presParOf" srcId="{98E13538-6ABE-4751-AD93-C6865969E1A5}" destId="{70605C09-B481-42B2-A53E-49C783DB1CB0}" srcOrd="5" destOrd="0" presId="urn:microsoft.com/office/officeart/2005/8/layout/vList5"/>
    <dgm:cxn modelId="{6530F618-3E23-4F93-8824-E2F2EA63809A}" type="presParOf" srcId="{98E13538-6ABE-4751-AD93-C6865969E1A5}" destId="{EA4FE3AA-AC38-4252-8AA1-DBCDC8CA05C3}" srcOrd="6" destOrd="0" presId="urn:microsoft.com/office/officeart/2005/8/layout/vList5"/>
    <dgm:cxn modelId="{16883E0E-AECC-499A-8626-FE8CB5F87004}" type="presParOf" srcId="{EA4FE3AA-AC38-4252-8AA1-DBCDC8CA05C3}" destId="{57E8AEEE-0218-4794-8A88-330A4EEADB7E}" srcOrd="0" destOrd="0" presId="urn:microsoft.com/office/officeart/2005/8/layout/vList5"/>
    <dgm:cxn modelId="{382B5959-7047-420F-A469-2F562E755E7E}" type="presParOf" srcId="{98E13538-6ABE-4751-AD93-C6865969E1A5}" destId="{D96BA73D-8473-438C-92EF-09D26E48C690}" srcOrd="7" destOrd="0" presId="urn:microsoft.com/office/officeart/2005/8/layout/vList5"/>
    <dgm:cxn modelId="{05EEAF33-DA7A-4317-9D64-B00921848AC4}" type="presParOf" srcId="{98E13538-6ABE-4751-AD93-C6865969E1A5}" destId="{A2AE89FA-EF17-4C89-9FD5-BB3F4F43EADF}" srcOrd="8" destOrd="0" presId="urn:microsoft.com/office/officeart/2005/8/layout/vList5"/>
    <dgm:cxn modelId="{CE551A4A-85DA-47CD-8070-2A75C3DC515F}" type="presParOf" srcId="{A2AE89FA-EF17-4C89-9FD5-BB3F4F43EADF}" destId="{5F425710-BBAB-488D-A3CD-5A7CDD3B1A4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8916CE-7B90-47EC-A07C-D0488B189260}" type="doc">
      <dgm:prSet loTypeId="urn:microsoft.com/office/officeart/2005/8/layout/default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FD22018-5032-4A46-8595-41E2D14A4F8D}">
      <dgm:prSet/>
      <dgm:spPr/>
      <dgm:t>
        <a:bodyPr/>
        <a:lstStyle/>
        <a:p>
          <a:r>
            <a:rPr lang="en-US" b="0" i="0" baseline="0"/>
            <a:t>Switches exchange BPDUs</a:t>
          </a:r>
          <a:endParaRPr lang="en-US"/>
        </a:p>
      </dgm:t>
    </dgm:pt>
    <dgm:pt modelId="{FEFFAE16-9DCD-4367-BDDC-20FB9571878F}" type="parTrans" cxnId="{A72C05DD-B07E-414A-BA67-F9889C1B4284}">
      <dgm:prSet/>
      <dgm:spPr/>
      <dgm:t>
        <a:bodyPr/>
        <a:lstStyle/>
        <a:p>
          <a:endParaRPr lang="en-US"/>
        </a:p>
      </dgm:t>
    </dgm:pt>
    <dgm:pt modelId="{AFA8E776-2287-4872-8DB0-C9B6D87957B9}" type="sibTrans" cxnId="{A72C05DD-B07E-414A-BA67-F9889C1B4284}">
      <dgm:prSet/>
      <dgm:spPr/>
      <dgm:t>
        <a:bodyPr/>
        <a:lstStyle/>
        <a:p>
          <a:endParaRPr lang="en-US"/>
        </a:p>
      </dgm:t>
    </dgm:pt>
    <dgm:pt modelId="{303A31A5-729F-42F6-B0EF-3B17886AD73F}">
      <dgm:prSet/>
      <dgm:spPr/>
      <dgm:t>
        <a:bodyPr/>
        <a:lstStyle/>
        <a:p>
          <a:r>
            <a:rPr lang="en-US" b="0" i="0" baseline="0"/>
            <a:t>BPDUs carry:</a:t>
          </a:r>
          <a:endParaRPr lang="en-US"/>
        </a:p>
      </dgm:t>
    </dgm:pt>
    <dgm:pt modelId="{8DB4432E-37E4-445A-88BA-782B001031D6}" type="parTrans" cxnId="{54177786-AB88-40FB-BCB7-3A9AED831D5F}">
      <dgm:prSet/>
      <dgm:spPr/>
      <dgm:t>
        <a:bodyPr/>
        <a:lstStyle/>
        <a:p>
          <a:endParaRPr lang="en-US"/>
        </a:p>
      </dgm:t>
    </dgm:pt>
    <dgm:pt modelId="{0FD961D8-C847-4345-84FE-5A5DD3B2C0FA}" type="sibTrans" cxnId="{54177786-AB88-40FB-BCB7-3A9AED831D5F}">
      <dgm:prSet/>
      <dgm:spPr/>
      <dgm:t>
        <a:bodyPr/>
        <a:lstStyle/>
        <a:p>
          <a:endParaRPr lang="en-US"/>
        </a:p>
      </dgm:t>
    </dgm:pt>
    <dgm:pt modelId="{A17E60A4-420A-4DCC-B8AE-BC62C0641865}">
      <dgm:prSet/>
      <dgm:spPr/>
      <dgm:t>
        <a:bodyPr/>
        <a:lstStyle/>
        <a:p>
          <a:r>
            <a:rPr lang="en-US" b="0" i="0" baseline="0"/>
            <a:t>Root Bridge ID</a:t>
          </a:r>
          <a:endParaRPr lang="en-US"/>
        </a:p>
      </dgm:t>
    </dgm:pt>
    <dgm:pt modelId="{38519EE2-4D8C-423A-B587-C8FA3972B8EC}" type="parTrans" cxnId="{FD83FDD8-2B24-4623-AF9D-5FE29E432981}">
      <dgm:prSet/>
      <dgm:spPr/>
      <dgm:t>
        <a:bodyPr/>
        <a:lstStyle/>
        <a:p>
          <a:endParaRPr lang="en-US"/>
        </a:p>
      </dgm:t>
    </dgm:pt>
    <dgm:pt modelId="{DB47F73A-6FDC-40EE-AD7C-4B12A26DC54E}" type="sibTrans" cxnId="{FD83FDD8-2B24-4623-AF9D-5FE29E432981}">
      <dgm:prSet/>
      <dgm:spPr/>
      <dgm:t>
        <a:bodyPr/>
        <a:lstStyle/>
        <a:p>
          <a:endParaRPr lang="en-US"/>
        </a:p>
      </dgm:t>
    </dgm:pt>
    <dgm:pt modelId="{18F3BDAF-1608-429F-86A6-A2A0F352B371}">
      <dgm:prSet/>
      <dgm:spPr/>
      <dgm:t>
        <a:bodyPr/>
        <a:lstStyle/>
        <a:p>
          <a:r>
            <a:rPr lang="en-US" b="0" i="0" baseline="0"/>
            <a:t>Sender Bridge ID</a:t>
          </a:r>
          <a:endParaRPr lang="en-US"/>
        </a:p>
      </dgm:t>
    </dgm:pt>
    <dgm:pt modelId="{EDA4D709-451B-494F-82B4-3C903299FA8D}" type="parTrans" cxnId="{FAD1D95B-D6CE-4251-8751-FA20832F1E24}">
      <dgm:prSet/>
      <dgm:spPr/>
      <dgm:t>
        <a:bodyPr/>
        <a:lstStyle/>
        <a:p>
          <a:endParaRPr lang="en-US"/>
        </a:p>
      </dgm:t>
    </dgm:pt>
    <dgm:pt modelId="{EA68CAAC-5646-4476-96EE-4AC13610875D}" type="sibTrans" cxnId="{FAD1D95B-D6CE-4251-8751-FA20832F1E24}">
      <dgm:prSet/>
      <dgm:spPr/>
      <dgm:t>
        <a:bodyPr/>
        <a:lstStyle/>
        <a:p>
          <a:endParaRPr lang="en-US"/>
        </a:p>
      </dgm:t>
    </dgm:pt>
    <dgm:pt modelId="{97C5463B-8CCA-436D-8044-52C459276C7D}">
      <dgm:prSet/>
      <dgm:spPr/>
      <dgm:t>
        <a:bodyPr/>
        <a:lstStyle/>
        <a:p>
          <a:r>
            <a:rPr lang="en-US" b="0" i="0" baseline="0"/>
            <a:t>Path cost</a:t>
          </a:r>
          <a:endParaRPr lang="en-US"/>
        </a:p>
      </dgm:t>
    </dgm:pt>
    <dgm:pt modelId="{E450EF34-EEA9-4E6C-A435-D42611207F3C}" type="parTrans" cxnId="{02FBF60B-78BB-41CE-8C43-9D1ED4EA4702}">
      <dgm:prSet/>
      <dgm:spPr/>
      <dgm:t>
        <a:bodyPr/>
        <a:lstStyle/>
        <a:p>
          <a:endParaRPr lang="en-US"/>
        </a:p>
      </dgm:t>
    </dgm:pt>
    <dgm:pt modelId="{255652D7-57AF-4E30-BAA5-D97EFBC76385}" type="sibTrans" cxnId="{02FBF60B-78BB-41CE-8C43-9D1ED4EA4702}">
      <dgm:prSet/>
      <dgm:spPr/>
      <dgm:t>
        <a:bodyPr/>
        <a:lstStyle/>
        <a:p>
          <a:endParaRPr lang="en-US"/>
        </a:p>
      </dgm:t>
    </dgm:pt>
    <dgm:pt modelId="{5509A881-E934-4247-AC98-EA80E726249C}">
      <dgm:prSet/>
      <dgm:spPr/>
      <dgm:t>
        <a:bodyPr/>
        <a:lstStyle/>
        <a:p>
          <a:r>
            <a:rPr lang="en-US" b="0" i="0" baseline="0"/>
            <a:t>Lowest values always win</a:t>
          </a:r>
          <a:endParaRPr lang="en-US"/>
        </a:p>
      </dgm:t>
    </dgm:pt>
    <dgm:pt modelId="{330AE5D7-7657-444C-880E-8FADB2315E39}" type="parTrans" cxnId="{D016E981-3A45-49B1-BB3D-F155A7B8E31F}">
      <dgm:prSet/>
      <dgm:spPr/>
      <dgm:t>
        <a:bodyPr/>
        <a:lstStyle/>
        <a:p>
          <a:endParaRPr lang="en-US"/>
        </a:p>
      </dgm:t>
    </dgm:pt>
    <dgm:pt modelId="{26970856-AEA5-4A28-BBAA-912AEA0F6B6A}" type="sibTrans" cxnId="{D016E981-3A45-49B1-BB3D-F155A7B8E31F}">
      <dgm:prSet/>
      <dgm:spPr/>
      <dgm:t>
        <a:bodyPr/>
        <a:lstStyle/>
        <a:p>
          <a:endParaRPr lang="en-US"/>
        </a:p>
      </dgm:t>
    </dgm:pt>
    <dgm:pt modelId="{FF57C028-1E24-4757-BBC2-B36BE315F3D7}" type="pres">
      <dgm:prSet presAssocID="{648916CE-7B90-47EC-A07C-D0488B189260}" presName="diagram" presStyleCnt="0">
        <dgm:presLayoutVars>
          <dgm:dir/>
          <dgm:resizeHandles val="exact"/>
        </dgm:presLayoutVars>
      </dgm:prSet>
      <dgm:spPr/>
    </dgm:pt>
    <dgm:pt modelId="{B931653B-0692-4D5B-977B-F4DA074A6399}" type="pres">
      <dgm:prSet presAssocID="{0FD22018-5032-4A46-8595-41E2D14A4F8D}" presName="node" presStyleLbl="node1" presStyleIdx="0" presStyleCnt="6">
        <dgm:presLayoutVars>
          <dgm:bulletEnabled val="1"/>
        </dgm:presLayoutVars>
      </dgm:prSet>
      <dgm:spPr/>
    </dgm:pt>
    <dgm:pt modelId="{6AB8D9BC-AF32-44DE-86B3-F18AA07F07F7}" type="pres">
      <dgm:prSet presAssocID="{AFA8E776-2287-4872-8DB0-C9B6D87957B9}" presName="sibTrans" presStyleCnt="0"/>
      <dgm:spPr/>
    </dgm:pt>
    <dgm:pt modelId="{812C2C4B-A119-4506-BA20-8B17E36D10D7}" type="pres">
      <dgm:prSet presAssocID="{303A31A5-729F-42F6-B0EF-3B17886AD73F}" presName="node" presStyleLbl="node1" presStyleIdx="1" presStyleCnt="6">
        <dgm:presLayoutVars>
          <dgm:bulletEnabled val="1"/>
        </dgm:presLayoutVars>
      </dgm:prSet>
      <dgm:spPr/>
    </dgm:pt>
    <dgm:pt modelId="{97F17F07-9B6E-413A-9F44-AF0B1EEC3190}" type="pres">
      <dgm:prSet presAssocID="{0FD961D8-C847-4345-84FE-5A5DD3B2C0FA}" presName="sibTrans" presStyleCnt="0"/>
      <dgm:spPr/>
    </dgm:pt>
    <dgm:pt modelId="{F1883DCB-4D6E-4A42-BB86-D450E95B9F12}" type="pres">
      <dgm:prSet presAssocID="{A17E60A4-420A-4DCC-B8AE-BC62C0641865}" presName="node" presStyleLbl="node1" presStyleIdx="2" presStyleCnt="6">
        <dgm:presLayoutVars>
          <dgm:bulletEnabled val="1"/>
        </dgm:presLayoutVars>
      </dgm:prSet>
      <dgm:spPr/>
    </dgm:pt>
    <dgm:pt modelId="{79242F41-82CF-4A46-9AF9-18B795D403A1}" type="pres">
      <dgm:prSet presAssocID="{DB47F73A-6FDC-40EE-AD7C-4B12A26DC54E}" presName="sibTrans" presStyleCnt="0"/>
      <dgm:spPr/>
    </dgm:pt>
    <dgm:pt modelId="{8ECE7F7C-EEDF-4D66-9096-47BCCD357FCC}" type="pres">
      <dgm:prSet presAssocID="{18F3BDAF-1608-429F-86A6-A2A0F352B371}" presName="node" presStyleLbl="node1" presStyleIdx="3" presStyleCnt="6">
        <dgm:presLayoutVars>
          <dgm:bulletEnabled val="1"/>
        </dgm:presLayoutVars>
      </dgm:prSet>
      <dgm:spPr/>
    </dgm:pt>
    <dgm:pt modelId="{5CED05BE-89B8-4586-9442-E635807C1264}" type="pres">
      <dgm:prSet presAssocID="{EA68CAAC-5646-4476-96EE-4AC13610875D}" presName="sibTrans" presStyleCnt="0"/>
      <dgm:spPr/>
    </dgm:pt>
    <dgm:pt modelId="{E9276239-0C5E-473D-B365-1058F5057848}" type="pres">
      <dgm:prSet presAssocID="{97C5463B-8CCA-436D-8044-52C459276C7D}" presName="node" presStyleLbl="node1" presStyleIdx="4" presStyleCnt="6">
        <dgm:presLayoutVars>
          <dgm:bulletEnabled val="1"/>
        </dgm:presLayoutVars>
      </dgm:prSet>
      <dgm:spPr/>
    </dgm:pt>
    <dgm:pt modelId="{A5DFC06D-B62B-45DA-8569-6ED83EEA4C64}" type="pres">
      <dgm:prSet presAssocID="{255652D7-57AF-4E30-BAA5-D97EFBC76385}" presName="sibTrans" presStyleCnt="0"/>
      <dgm:spPr/>
    </dgm:pt>
    <dgm:pt modelId="{CAF1842F-6C9A-4DC7-8DD6-8A1155E3825A}" type="pres">
      <dgm:prSet presAssocID="{5509A881-E934-4247-AC98-EA80E726249C}" presName="node" presStyleLbl="node1" presStyleIdx="5" presStyleCnt="6">
        <dgm:presLayoutVars>
          <dgm:bulletEnabled val="1"/>
        </dgm:presLayoutVars>
      </dgm:prSet>
      <dgm:spPr/>
    </dgm:pt>
  </dgm:ptLst>
  <dgm:cxnLst>
    <dgm:cxn modelId="{1870E202-A33B-465F-92A3-2836B70648C7}" type="presOf" srcId="{0FD22018-5032-4A46-8595-41E2D14A4F8D}" destId="{B931653B-0692-4D5B-977B-F4DA074A6399}" srcOrd="0" destOrd="0" presId="urn:microsoft.com/office/officeart/2005/8/layout/default"/>
    <dgm:cxn modelId="{02FBF60B-78BB-41CE-8C43-9D1ED4EA4702}" srcId="{648916CE-7B90-47EC-A07C-D0488B189260}" destId="{97C5463B-8CCA-436D-8044-52C459276C7D}" srcOrd="4" destOrd="0" parTransId="{E450EF34-EEA9-4E6C-A435-D42611207F3C}" sibTransId="{255652D7-57AF-4E30-BAA5-D97EFBC76385}"/>
    <dgm:cxn modelId="{5453E90C-7803-42E6-80CE-680DD15B891A}" type="presOf" srcId="{303A31A5-729F-42F6-B0EF-3B17886AD73F}" destId="{812C2C4B-A119-4506-BA20-8B17E36D10D7}" srcOrd="0" destOrd="0" presId="urn:microsoft.com/office/officeart/2005/8/layout/default"/>
    <dgm:cxn modelId="{99CE3833-8C35-4844-A460-84948C2A35BD}" type="presOf" srcId="{18F3BDAF-1608-429F-86A6-A2A0F352B371}" destId="{8ECE7F7C-EEDF-4D66-9096-47BCCD357FCC}" srcOrd="0" destOrd="0" presId="urn:microsoft.com/office/officeart/2005/8/layout/default"/>
    <dgm:cxn modelId="{FAD1D95B-D6CE-4251-8751-FA20832F1E24}" srcId="{648916CE-7B90-47EC-A07C-D0488B189260}" destId="{18F3BDAF-1608-429F-86A6-A2A0F352B371}" srcOrd="3" destOrd="0" parTransId="{EDA4D709-451B-494F-82B4-3C903299FA8D}" sibTransId="{EA68CAAC-5646-4476-96EE-4AC13610875D}"/>
    <dgm:cxn modelId="{0A481F44-4507-4CB4-872C-1A24C0A55BA0}" type="presOf" srcId="{5509A881-E934-4247-AC98-EA80E726249C}" destId="{CAF1842F-6C9A-4DC7-8DD6-8A1155E3825A}" srcOrd="0" destOrd="0" presId="urn:microsoft.com/office/officeart/2005/8/layout/default"/>
    <dgm:cxn modelId="{B4DD4C6C-04E4-4F28-9F73-1EFD4FB416D0}" type="presOf" srcId="{648916CE-7B90-47EC-A07C-D0488B189260}" destId="{FF57C028-1E24-4757-BBC2-B36BE315F3D7}" srcOrd="0" destOrd="0" presId="urn:microsoft.com/office/officeart/2005/8/layout/default"/>
    <dgm:cxn modelId="{D016E981-3A45-49B1-BB3D-F155A7B8E31F}" srcId="{648916CE-7B90-47EC-A07C-D0488B189260}" destId="{5509A881-E934-4247-AC98-EA80E726249C}" srcOrd="5" destOrd="0" parTransId="{330AE5D7-7657-444C-880E-8FADB2315E39}" sibTransId="{26970856-AEA5-4A28-BBAA-912AEA0F6B6A}"/>
    <dgm:cxn modelId="{54177786-AB88-40FB-BCB7-3A9AED831D5F}" srcId="{648916CE-7B90-47EC-A07C-D0488B189260}" destId="{303A31A5-729F-42F6-B0EF-3B17886AD73F}" srcOrd="1" destOrd="0" parTransId="{8DB4432E-37E4-445A-88BA-782B001031D6}" sibTransId="{0FD961D8-C847-4345-84FE-5A5DD3B2C0FA}"/>
    <dgm:cxn modelId="{DE28C497-EB2D-4BCE-B1DF-FCD68598A152}" type="presOf" srcId="{97C5463B-8CCA-436D-8044-52C459276C7D}" destId="{E9276239-0C5E-473D-B365-1058F5057848}" srcOrd="0" destOrd="0" presId="urn:microsoft.com/office/officeart/2005/8/layout/default"/>
    <dgm:cxn modelId="{FD83FDD8-2B24-4623-AF9D-5FE29E432981}" srcId="{648916CE-7B90-47EC-A07C-D0488B189260}" destId="{A17E60A4-420A-4DCC-B8AE-BC62C0641865}" srcOrd="2" destOrd="0" parTransId="{38519EE2-4D8C-423A-B587-C8FA3972B8EC}" sibTransId="{DB47F73A-6FDC-40EE-AD7C-4B12A26DC54E}"/>
    <dgm:cxn modelId="{A72C05DD-B07E-414A-BA67-F9889C1B4284}" srcId="{648916CE-7B90-47EC-A07C-D0488B189260}" destId="{0FD22018-5032-4A46-8595-41E2D14A4F8D}" srcOrd="0" destOrd="0" parTransId="{FEFFAE16-9DCD-4367-BDDC-20FB9571878F}" sibTransId="{AFA8E776-2287-4872-8DB0-C9B6D87957B9}"/>
    <dgm:cxn modelId="{CF97A5FB-BB53-49C4-85D6-9C145FC84B14}" type="presOf" srcId="{A17E60A4-420A-4DCC-B8AE-BC62C0641865}" destId="{F1883DCB-4D6E-4A42-BB86-D450E95B9F12}" srcOrd="0" destOrd="0" presId="urn:microsoft.com/office/officeart/2005/8/layout/default"/>
    <dgm:cxn modelId="{B33D5D16-4A9D-4FD5-B59A-8E8831D24774}" type="presParOf" srcId="{FF57C028-1E24-4757-BBC2-B36BE315F3D7}" destId="{B931653B-0692-4D5B-977B-F4DA074A6399}" srcOrd="0" destOrd="0" presId="urn:microsoft.com/office/officeart/2005/8/layout/default"/>
    <dgm:cxn modelId="{91C38983-22AC-46A8-97C4-E5913F1849B2}" type="presParOf" srcId="{FF57C028-1E24-4757-BBC2-B36BE315F3D7}" destId="{6AB8D9BC-AF32-44DE-86B3-F18AA07F07F7}" srcOrd="1" destOrd="0" presId="urn:microsoft.com/office/officeart/2005/8/layout/default"/>
    <dgm:cxn modelId="{9220EFCE-3F60-4847-AE79-B650B83C5402}" type="presParOf" srcId="{FF57C028-1E24-4757-BBC2-B36BE315F3D7}" destId="{812C2C4B-A119-4506-BA20-8B17E36D10D7}" srcOrd="2" destOrd="0" presId="urn:microsoft.com/office/officeart/2005/8/layout/default"/>
    <dgm:cxn modelId="{A54A7F1C-C1F6-4B4C-B6D1-AD80185DBCA9}" type="presParOf" srcId="{FF57C028-1E24-4757-BBC2-B36BE315F3D7}" destId="{97F17F07-9B6E-413A-9F44-AF0B1EEC3190}" srcOrd="3" destOrd="0" presId="urn:microsoft.com/office/officeart/2005/8/layout/default"/>
    <dgm:cxn modelId="{CAC7A91D-DD7C-4808-B49A-3CA0D10B6237}" type="presParOf" srcId="{FF57C028-1E24-4757-BBC2-B36BE315F3D7}" destId="{F1883DCB-4D6E-4A42-BB86-D450E95B9F12}" srcOrd="4" destOrd="0" presId="urn:microsoft.com/office/officeart/2005/8/layout/default"/>
    <dgm:cxn modelId="{9ABE20B5-9247-4053-981C-5DADB0FE9AE0}" type="presParOf" srcId="{FF57C028-1E24-4757-BBC2-B36BE315F3D7}" destId="{79242F41-82CF-4A46-9AF9-18B795D403A1}" srcOrd="5" destOrd="0" presId="urn:microsoft.com/office/officeart/2005/8/layout/default"/>
    <dgm:cxn modelId="{BDF40681-B9C9-431D-B131-B425CF80C5EA}" type="presParOf" srcId="{FF57C028-1E24-4757-BBC2-B36BE315F3D7}" destId="{8ECE7F7C-EEDF-4D66-9096-47BCCD357FCC}" srcOrd="6" destOrd="0" presId="urn:microsoft.com/office/officeart/2005/8/layout/default"/>
    <dgm:cxn modelId="{F180A127-0210-4975-A7B2-458708C8C1E1}" type="presParOf" srcId="{FF57C028-1E24-4757-BBC2-B36BE315F3D7}" destId="{5CED05BE-89B8-4586-9442-E635807C1264}" srcOrd="7" destOrd="0" presId="urn:microsoft.com/office/officeart/2005/8/layout/default"/>
    <dgm:cxn modelId="{3BEA769A-02EB-4253-A862-919D76B0D816}" type="presParOf" srcId="{FF57C028-1E24-4757-BBC2-B36BE315F3D7}" destId="{E9276239-0C5E-473D-B365-1058F5057848}" srcOrd="8" destOrd="0" presId="urn:microsoft.com/office/officeart/2005/8/layout/default"/>
    <dgm:cxn modelId="{B7788298-C988-4D87-801E-E65A83BFF1AF}" type="presParOf" srcId="{FF57C028-1E24-4757-BBC2-B36BE315F3D7}" destId="{A5DFC06D-B62B-45DA-8569-6ED83EEA4C64}" srcOrd="9" destOrd="0" presId="urn:microsoft.com/office/officeart/2005/8/layout/default"/>
    <dgm:cxn modelId="{E0696E79-4570-48D5-B2CC-0157706ABC77}" type="presParOf" srcId="{FF57C028-1E24-4757-BBC2-B36BE315F3D7}" destId="{CAF1842F-6C9A-4DC7-8DD6-8A1155E3825A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157CF39-C360-4676-AE56-13ED88B34F12}" type="doc">
      <dgm:prSet loTypeId="urn:microsoft.com/office/officeart/2005/8/layout/list1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4F75C082-4934-4EC4-AFD2-5FF5688641A6}">
      <dgm:prSet/>
      <dgm:spPr/>
      <dgm:t>
        <a:bodyPr/>
        <a:lstStyle/>
        <a:p>
          <a:r>
            <a:rPr lang="en-US" b="1"/>
            <a:t>Bridge ID = Priority + MAC Address</a:t>
          </a:r>
          <a:endParaRPr lang="en-US"/>
        </a:p>
      </dgm:t>
    </dgm:pt>
    <dgm:pt modelId="{C7A78DD2-1056-4A2F-8555-7AD1F471DCD3}" type="parTrans" cxnId="{C03D9338-FC72-4EA4-9770-392FD5A2F485}">
      <dgm:prSet/>
      <dgm:spPr/>
      <dgm:t>
        <a:bodyPr/>
        <a:lstStyle/>
        <a:p>
          <a:endParaRPr lang="en-US"/>
        </a:p>
      </dgm:t>
    </dgm:pt>
    <dgm:pt modelId="{D3F9328B-0519-4F66-B585-CBA32AE9D51E}" type="sibTrans" cxnId="{C03D9338-FC72-4EA4-9770-392FD5A2F485}">
      <dgm:prSet/>
      <dgm:spPr/>
      <dgm:t>
        <a:bodyPr/>
        <a:lstStyle/>
        <a:p>
          <a:endParaRPr lang="en-US"/>
        </a:p>
      </dgm:t>
    </dgm:pt>
    <dgm:pt modelId="{4B29110F-5275-4691-9841-64F982E6B34F}">
      <dgm:prSet/>
      <dgm:spPr/>
      <dgm:t>
        <a:bodyPr/>
        <a:lstStyle/>
        <a:p>
          <a:r>
            <a:rPr lang="en-US"/>
            <a:t>Priority:</a:t>
          </a:r>
        </a:p>
      </dgm:t>
    </dgm:pt>
    <dgm:pt modelId="{8669C550-221A-42BB-AE6B-4C2B2212428E}" type="parTrans" cxnId="{B45BB353-E24E-4392-AD72-A65EAE7BBACF}">
      <dgm:prSet/>
      <dgm:spPr/>
      <dgm:t>
        <a:bodyPr/>
        <a:lstStyle/>
        <a:p>
          <a:endParaRPr lang="en-US"/>
        </a:p>
      </dgm:t>
    </dgm:pt>
    <dgm:pt modelId="{67C1011C-4671-42F3-AD8B-4EE05B4471C0}" type="sibTrans" cxnId="{B45BB353-E24E-4392-AD72-A65EAE7BBACF}">
      <dgm:prSet/>
      <dgm:spPr/>
      <dgm:t>
        <a:bodyPr/>
        <a:lstStyle/>
        <a:p>
          <a:endParaRPr lang="en-US"/>
        </a:p>
      </dgm:t>
    </dgm:pt>
    <dgm:pt modelId="{CE716B73-5B91-43BE-B2B3-B4279273E199}">
      <dgm:prSet/>
      <dgm:spPr/>
      <dgm:t>
        <a:bodyPr/>
        <a:lstStyle/>
        <a:p>
          <a:r>
            <a:rPr lang="en-US"/>
            <a:t>Default: 32768</a:t>
          </a:r>
        </a:p>
      </dgm:t>
    </dgm:pt>
    <dgm:pt modelId="{6258293F-28FC-4DE8-96F7-242CDB41CA43}" type="parTrans" cxnId="{7DA8D5FF-3870-4075-8654-49240541F143}">
      <dgm:prSet/>
      <dgm:spPr/>
      <dgm:t>
        <a:bodyPr/>
        <a:lstStyle/>
        <a:p>
          <a:endParaRPr lang="en-US"/>
        </a:p>
      </dgm:t>
    </dgm:pt>
    <dgm:pt modelId="{01F87955-3465-4387-B03F-C647DA8C4F56}" type="sibTrans" cxnId="{7DA8D5FF-3870-4075-8654-49240541F143}">
      <dgm:prSet/>
      <dgm:spPr/>
      <dgm:t>
        <a:bodyPr/>
        <a:lstStyle/>
        <a:p>
          <a:endParaRPr lang="en-US"/>
        </a:p>
      </dgm:t>
    </dgm:pt>
    <dgm:pt modelId="{D7F0239E-ABDD-4D9E-9464-898945E40FBA}">
      <dgm:prSet/>
      <dgm:spPr/>
      <dgm:t>
        <a:bodyPr/>
        <a:lstStyle/>
        <a:p>
          <a:r>
            <a:rPr lang="en-US"/>
            <a:t>Lower is better</a:t>
          </a:r>
        </a:p>
      </dgm:t>
    </dgm:pt>
    <dgm:pt modelId="{928D7DDB-A80B-4520-8BF7-F436217D4EC8}" type="parTrans" cxnId="{383CD55D-1FE6-4170-AA27-F2A4377DAE65}">
      <dgm:prSet/>
      <dgm:spPr/>
      <dgm:t>
        <a:bodyPr/>
        <a:lstStyle/>
        <a:p>
          <a:endParaRPr lang="en-US"/>
        </a:p>
      </dgm:t>
    </dgm:pt>
    <dgm:pt modelId="{B6FC512F-B2A2-46AD-A8B6-EBA242897E06}" type="sibTrans" cxnId="{383CD55D-1FE6-4170-AA27-F2A4377DAE65}">
      <dgm:prSet/>
      <dgm:spPr/>
      <dgm:t>
        <a:bodyPr/>
        <a:lstStyle/>
        <a:p>
          <a:endParaRPr lang="en-US"/>
        </a:p>
      </dgm:t>
    </dgm:pt>
    <dgm:pt modelId="{2015403B-1E25-4FC2-8A56-22EC111D268E}">
      <dgm:prSet/>
      <dgm:spPr/>
      <dgm:t>
        <a:bodyPr/>
        <a:lstStyle/>
        <a:p>
          <a:r>
            <a:rPr lang="en-US"/>
            <a:t>MAC Address:</a:t>
          </a:r>
        </a:p>
      </dgm:t>
    </dgm:pt>
    <dgm:pt modelId="{66FA2B5C-92A6-4400-887D-41DC1A837F60}" type="parTrans" cxnId="{A0A60FD3-10C8-4A92-9466-A7FFC23A7FB6}">
      <dgm:prSet/>
      <dgm:spPr/>
      <dgm:t>
        <a:bodyPr/>
        <a:lstStyle/>
        <a:p>
          <a:endParaRPr lang="en-US"/>
        </a:p>
      </dgm:t>
    </dgm:pt>
    <dgm:pt modelId="{F9046C1E-5987-4037-93D8-6DDFD87D0A24}" type="sibTrans" cxnId="{A0A60FD3-10C8-4A92-9466-A7FFC23A7FB6}">
      <dgm:prSet/>
      <dgm:spPr/>
      <dgm:t>
        <a:bodyPr/>
        <a:lstStyle/>
        <a:p>
          <a:endParaRPr lang="en-US"/>
        </a:p>
      </dgm:t>
    </dgm:pt>
    <dgm:pt modelId="{D3D7578A-6C0B-4B3C-BC99-819CE15B52C7}">
      <dgm:prSet/>
      <dgm:spPr/>
      <dgm:t>
        <a:bodyPr/>
        <a:lstStyle/>
        <a:p>
          <a:r>
            <a:rPr lang="en-US"/>
            <a:t>Used only if priorities match</a:t>
          </a:r>
        </a:p>
      </dgm:t>
    </dgm:pt>
    <dgm:pt modelId="{E07F2D2D-2C26-4449-A2F8-4F0A94933ED6}" type="parTrans" cxnId="{9E53C247-7D06-41ED-8D55-E738B5D67070}">
      <dgm:prSet/>
      <dgm:spPr/>
      <dgm:t>
        <a:bodyPr/>
        <a:lstStyle/>
        <a:p>
          <a:endParaRPr lang="en-US"/>
        </a:p>
      </dgm:t>
    </dgm:pt>
    <dgm:pt modelId="{416FAD8C-E3EC-469C-B5C4-D67DC9226BDB}" type="sibTrans" cxnId="{9E53C247-7D06-41ED-8D55-E738B5D67070}">
      <dgm:prSet/>
      <dgm:spPr/>
      <dgm:t>
        <a:bodyPr/>
        <a:lstStyle/>
        <a:p>
          <a:endParaRPr lang="en-US"/>
        </a:p>
      </dgm:t>
    </dgm:pt>
    <dgm:pt modelId="{C79A1C15-7A41-4172-98A3-89A4D2568092}">
      <dgm:prSet/>
      <dgm:spPr/>
      <dgm:t>
        <a:bodyPr/>
        <a:lstStyle/>
        <a:p>
          <a:r>
            <a:rPr lang="en-US"/>
            <a:t>Lowest Bridge ID becomes Root Bridge.</a:t>
          </a:r>
        </a:p>
      </dgm:t>
    </dgm:pt>
    <dgm:pt modelId="{47867AD5-A904-40ED-9DE0-131E177CF7D0}" type="parTrans" cxnId="{67CD0BD6-720B-40BF-8529-7148B3E26764}">
      <dgm:prSet/>
      <dgm:spPr/>
      <dgm:t>
        <a:bodyPr/>
        <a:lstStyle/>
        <a:p>
          <a:endParaRPr lang="en-US"/>
        </a:p>
      </dgm:t>
    </dgm:pt>
    <dgm:pt modelId="{5BDD5223-45B3-496A-B6B7-261FF5DBA6D4}" type="sibTrans" cxnId="{67CD0BD6-720B-40BF-8529-7148B3E26764}">
      <dgm:prSet/>
      <dgm:spPr/>
      <dgm:t>
        <a:bodyPr/>
        <a:lstStyle/>
        <a:p>
          <a:endParaRPr lang="en-US"/>
        </a:p>
      </dgm:t>
    </dgm:pt>
    <dgm:pt modelId="{DE21C67E-3CA1-4D41-9048-1D878B868A3C}" type="pres">
      <dgm:prSet presAssocID="{8157CF39-C360-4676-AE56-13ED88B34F12}" presName="linear" presStyleCnt="0">
        <dgm:presLayoutVars>
          <dgm:dir/>
          <dgm:animLvl val="lvl"/>
          <dgm:resizeHandles val="exact"/>
        </dgm:presLayoutVars>
      </dgm:prSet>
      <dgm:spPr/>
    </dgm:pt>
    <dgm:pt modelId="{874A6BED-84F2-41FE-B87D-FF1F5E049CE3}" type="pres">
      <dgm:prSet presAssocID="{4F75C082-4934-4EC4-AFD2-5FF5688641A6}" presName="parentLin" presStyleCnt="0"/>
      <dgm:spPr/>
    </dgm:pt>
    <dgm:pt modelId="{E46AFFC3-BB32-4062-8E18-52E8CE709D09}" type="pres">
      <dgm:prSet presAssocID="{4F75C082-4934-4EC4-AFD2-5FF5688641A6}" presName="parentLeftMargin" presStyleLbl="node1" presStyleIdx="0" presStyleCnt="4"/>
      <dgm:spPr/>
    </dgm:pt>
    <dgm:pt modelId="{29C5E726-3433-4DD2-95CF-1BFAA01026C3}" type="pres">
      <dgm:prSet presAssocID="{4F75C082-4934-4EC4-AFD2-5FF5688641A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B44E18-1367-4ED2-B0B5-919A55EF7263}" type="pres">
      <dgm:prSet presAssocID="{4F75C082-4934-4EC4-AFD2-5FF5688641A6}" presName="negativeSpace" presStyleCnt="0"/>
      <dgm:spPr/>
    </dgm:pt>
    <dgm:pt modelId="{496F554F-D72E-43CE-AC84-C158A7D1322D}" type="pres">
      <dgm:prSet presAssocID="{4F75C082-4934-4EC4-AFD2-5FF5688641A6}" presName="childText" presStyleLbl="conFgAcc1" presStyleIdx="0" presStyleCnt="4">
        <dgm:presLayoutVars>
          <dgm:bulletEnabled val="1"/>
        </dgm:presLayoutVars>
      </dgm:prSet>
      <dgm:spPr/>
    </dgm:pt>
    <dgm:pt modelId="{71B6B1BD-7CBF-4B6C-8899-79F342D583DB}" type="pres">
      <dgm:prSet presAssocID="{D3F9328B-0519-4F66-B585-CBA32AE9D51E}" presName="spaceBetweenRectangles" presStyleCnt="0"/>
      <dgm:spPr/>
    </dgm:pt>
    <dgm:pt modelId="{01204CF1-22BB-496F-984D-BB6C3FDA7F33}" type="pres">
      <dgm:prSet presAssocID="{4B29110F-5275-4691-9841-64F982E6B34F}" presName="parentLin" presStyleCnt="0"/>
      <dgm:spPr/>
    </dgm:pt>
    <dgm:pt modelId="{E88548B0-CB8A-4CB9-8568-86A36E2D11A9}" type="pres">
      <dgm:prSet presAssocID="{4B29110F-5275-4691-9841-64F982E6B34F}" presName="parentLeftMargin" presStyleLbl="node1" presStyleIdx="0" presStyleCnt="4"/>
      <dgm:spPr/>
    </dgm:pt>
    <dgm:pt modelId="{9A274F3B-2877-437B-B890-D68757B1B62F}" type="pres">
      <dgm:prSet presAssocID="{4B29110F-5275-4691-9841-64F982E6B3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E269FA-5044-48F6-9195-43BA0B250901}" type="pres">
      <dgm:prSet presAssocID="{4B29110F-5275-4691-9841-64F982E6B34F}" presName="negativeSpace" presStyleCnt="0"/>
      <dgm:spPr/>
    </dgm:pt>
    <dgm:pt modelId="{B95043CB-FA13-4BD8-9DFB-740494D3EBBF}" type="pres">
      <dgm:prSet presAssocID="{4B29110F-5275-4691-9841-64F982E6B34F}" presName="childText" presStyleLbl="conFgAcc1" presStyleIdx="1" presStyleCnt="4">
        <dgm:presLayoutVars>
          <dgm:bulletEnabled val="1"/>
        </dgm:presLayoutVars>
      </dgm:prSet>
      <dgm:spPr/>
    </dgm:pt>
    <dgm:pt modelId="{0CBBB8AB-B35A-4BC8-B09A-1EC6EDD2B18D}" type="pres">
      <dgm:prSet presAssocID="{67C1011C-4671-42F3-AD8B-4EE05B4471C0}" presName="spaceBetweenRectangles" presStyleCnt="0"/>
      <dgm:spPr/>
    </dgm:pt>
    <dgm:pt modelId="{BCB1CFF2-40EA-447C-852D-50C1C512A181}" type="pres">
      <dgm:prSet presAssocID="{2015403B-1E25-4FC2-8A56-22EC111D268E}" presName="parentLin" presStyleCnt="0"/>
      <dgm:spPr/>
    </dgm:pt>
    <dgm:pt modelId="{A92E2B28-607B-4924-98BC-E796DB843BE9}" type="pres">
      <dgm:prSet presAssocID="{2015403B-1E25-4FC2-8A56-22EC111D268E}" presName="parentLeftMargin" presStyleLbl="node1" presStyleIdx="1" presStyleCnt="4"/>
      <dgm:spPr/>
    </dgm:pt>
    <dgm:pt modelId="{D8BF63BC-B55E-4B0F-A913-A9C2E8C61069}" type="pres">
      <dgm:prSet presAssocID="{2015403B-1E25-4FC2-8A56-22EC111D26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65BDDB-B160-487C-A7E6-85C3122D0760}" type="pres">
      <dgm:prSet presAssocID="{2015403B-1E25-4FC2-8A56-22EC111D268E}" presName="negativeSpace" presStyleCnt="0"/>
      <dgm:spPr/>
    </dgm:pt>
    <dgm:pt modelId="{17070625-B29C-44B3-AACD-A3DEFAF05D7D}" type="pres">
      <dgm:prSet presAssocID="{2015403B-1E25-4FC2-8A56-22EC111D268E}" presName="childText" presStyleLbl="conFgAcc1" presStyleIdx="2" presStyleCnt="4">
        <dgm:presLayoutVars>
          <dgm:bulletEnabled val="1"/>
        </dgm:presLayoutVars>
      </dgm:prSet>
      <dgm:spPr/>
    </dgm:pt>
    <dgm:pt modelId="{EDD8C79D-549D-4CA4-9804-56E86C764D16}" type="pres">
      <dgm:prSet presAssocID="{F9046C1E-5987-4037-93D8-6DDFD87D0A24}" presName="spaceBetweenRectangles" presStyleCnt="0"/>
      <dgm:spPr/>
    </dgm:pt>
    <dgm:pt modelId="{5EE6DE2B-246F-4617-B4B1-690D26F86221}" type="pres">
      <dgm:prSet presAssocID="{C79A1C15-7A41-4172-98A3-89A4D2568092}" presName="parentLin" presStyleCnt="0"/>
      <dgm:spPr/>
    </dgm:pt>
    <dgm:pt modelId="{F79B1E84-AD04-48B5-989E-EF72C4BA3A9A}" type="pres">
      <dgm:prSet presAssocID="{C79A1C15-7A41-4172-98A3-89A4D2568092}" presName="parentLeftMargin" presStyleLbl="node1" presStyleIdx="2" presStyleCnt="4"/>
      <dgm:spPr/>
    </dgm:pt>
    <dgm:pt modelId="{A567A504-1090-410B-9F2F-6AFEF271B3D2}" type="pres">
      <dgm:prSet presAssocID="{C79A1C15-7A41-4172-98A3-89A4D256809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1E4FDF8-C825-41E4-85FD-5FCA58D2B9CE}" type="pres">
      <dgm:prSet presAssocID="{C79A1C15-7A41-4172-98A3-89A4D2568092}" presName="negativeSpace" presStyleCnt="0"/>
      <dgm:spPr/>
    </dgm:pt>
    <dgm:pt modelId="{CD0D63B2-BC87-4D72-B115-EB7779B44682}" type="pres">
      <dgm:prSet presAssocID="{C79A1C15-7A41-4172-98A3-89A4D256809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1B2BD1F-CEAF-4A50-A2A2-8EF3633FED5F}" type="presOf" srcId="{4F75C082-4934-4EC4-AFD2-5FF5688641A6}" destId="{29C5E726-3433-4DD2-95CF-1BFAA01026C3}" srcOrd="1" destOrd="0" presId="urn:microsoft.com/office/officeart/2005/8/layout/list1"/>
    <dgm:cxn modelId="{26C0F024-78E6-4231-A10C-BF0355AF3EF7}" type="presOf" srcId="{4F75C082-4934-4EC4-AFD2-5FF5688641A6}" destId="{E46AFFC3-BB32-4062-8E18-52E8CE709D09}" srcOrd="0" destOrd="0" presId="urn:microsoft.com/office/officeart/2005/8/layout/list1"/>
    <dgm:cxn modelId="{C03D9338-FC72-4EA4-9770-392FD5A2F485}" srcId="{8157CF39-C360-4676-AE56-13ED88B34F12}" destId="{4F75C082-4934-4EC4-AFD2-5FF5688641A6}" srcOrd="0" destOrd="0" parTransId="{C7A78DD2-1056-4A2F-8555-7AD1F471DCD3}" sibTransId="{D3F9328B-0519-4F66-B585-CBA32AE9D51E}"/>
    <dgm:cxn modelId="{B0118539-AF30-4CDA-A859-09CB815ACAE5}" type="presOf" srcId="{CE716B73-5B91-43BE-B2B3-B4279273E199}" destId="{B95043CB-FA13-4BD8-9DFB-740494D3EBBF}" srcOrd="0" destOrd="0" presId="urn:microsoft.com/office/officeart/2005/8/layout/list1"/>
    <dgm:cxn modelId="{383CD55D-1FE6-4170-AA27-F2A4377DAE65}" srcId="{4B29110F-5275-4691-9841-64F982E6B34F}" destId="{D7F0239E-ABDD-4D9E-9464-898945E40FBA}" srcOrd="1" destOrd="0" parTransId="{928D7DDB-A80B-4520-8BF7-F436217D4EC8}" sibTransId="{B6FC512F-B2A2-46AD-A8B6-EBA242897E06}"/>
    <dgm:cxn modelId="{9E53C247-7D06-41ED-8D55-E738B5D67070}" srcId="{2015403B-1E25-4FC2-8A56-22EC111D268E}" destId="{D3D7578A-6C0B-4B3C-BC99-819CE15B52C7}" srcOrd="0" destOrd="0" parTransId="{E07F2D2D-2C26-4449-A2F8-4F0A94933ED6}" sibTransId="{416FAD8C-E3EC-469C-B5C4-D67DC9226BDB}"/>
    <dgm:cxn modelId="{058CAB6D-EEB3-4536-A4CB-2FA1F86FF3E4}" type="presOf" srcId="{4B29110F-5275-4691-9841-64F982E6B34F}" destId="{9A274F3B-2877-437B-B890-D68757B1B62F}" srcOrd="1" destOrd="0" presId="urn:microsoft.com/office/officeart/2005/8/layout/list1"/>
    <dgm:cxn modelId="{9ED2B56E-968F-4E3A-BE28-A81B1ABB2B5E}" type="presOf" srcId="{8157CF39-C360-4676-AE56-13ED88B34F12}" destId="{DE21C67E-3CA1-4D41-9048-1D878B868A3C}" srcOrd="0" destOrd="0" presId="urn:microsoft.com/office/officeart/2005/8/layout/list1"/>
    <dgm:cxn modelId="{B45BB353-E24E-4392-AD72-A65EAE7BBACF}" srcId="{8157CF39-C360-4676-AE56-13ED88B34F12}" destId="{4B29110F-5275-4691-9841-64F982E6B34F}" srcOrd="1" destOrd="0" parTransId="{8669C550-221A-42BB-AE6B-4C2B2212428E}" sibTransId="{67C1011C-4671-42F3-AD8B-4EE05B4471C0}"/>
    <dgm:cxn modelId="{142FB979-FCDD-4B78-BA02-928BF6257CF0}" type="presOf" srcId="{2015403B-1E25-4FC2-8A56-22EC111D268E}" destId="{A92E2B28-607B-4924-98BC-E796DB843BE9}" srcOrd="0" destOrd="0" presId="urn:microsoft.com/office/officeart/2005/8/layout/list1"/>
    <dgm:cxn modelId="{A493857F-9A4C-4F8B-A5B3-514AB28719C5}" type="presOf" srcId="{2015403B-1E25-4FC2-8A56-22EC111D268E}" destId="{D8BF63BC-B55E-4B0F-A913-A9C2E8C61069}" srcOrd="1" destOrd="0" presId="urn:microsoft.com/office/officeart/2005/8/layout/list1"/>
    <dgm:cxn modelId="{B0B8FE7F-83FF-4EEF-9ED8-2888DB7DA83F}" type="presOf" srcId="{4B29110F-5275-4691-9841-64F982E6B34F}" destId="{E88548B0-CB8A-4CB9-8568-86A36E2D11A9}" srcOrd="0" destOrd="0" presId="urn:microsoft.com/office/officeart/2005/8/layout/list1"/>
    <dgm:cxn modelId="{A9ACFB83-4745-4031-A6B5-4964906B6C91}" type="presOf" srcId="{C79A1C15-7A41-4172-98A3-89A4D2568092}" destId="{F79B1E84-AD04-48B5-989E-EF72C4BA3A9A}" srcOrd="0" destOrd="0" presId="urn:microsoft.com/office/officeart/2005/8/layout/list1"/>
    <dgm:cxn modelId="{BC3204CF-012B-4B43-9C28-815A73C8A1E2}" type="presOf" srcId="{C79A1C15-7A41-4172-98A3-89A4D2568092}" destId="{A567A504-1090-410B-9F2F-6AFEF271B3D2}" srcOrd="1" destOrd="0" presId="urn:microsoft.com/office/officeart/2005/8/layout/list1"/>
    <dgm:cxn modelId="{A0A60FD3-10C8-4A92-9466-A7FFC23A7FB6}" srcId="{8157CF39-C360-4676-AE56-13ED88B34F12}" destId="{2015403B-1E25-4FC2-8A56-22EC111D268E}" srcOrd="2" destOrd="0" parTransId="{66FA2B5C-92A6-4400-887D-41DC1A837F60}" sibTransId="{F9046C1E-5987-4037-93D8-6DDFD87D0A24}"/>
    <dgm:cxn modelId="{67CD0BD6-720B-40BF-8529-7148B3E26764}" srcId="{8157CF39-C360-4676-AE56-13ED88B34F12}" destId="{C79A1C15-7A41-4172-98A3-89A4D2568092}" srcOrd="3" destOrd="0" parTransId="{47867AD5-A904-40ED-9DE0-131E177CF7D0}" sibTransId="{5BDD5223-45B3-496A-B6B7-261FF5DBA6D4}"/>
    <dgm:cxn modelId="{933F8BF9-B653-493F-A605-E18352BD4584}" type="presOf" srcId="{D3D7578A-6C0B-4B3C-BC99-819CE15B52C7}" destId="{17070625-B29C-44B3-AACD-A3DEFAF05D7D}" srcOrd="0" destOrd="0" presId="urn:microsoft.com/office/officeart/2005/8/layout/list1"/>
    <dgm:cxn modelId="{7DA8D5FF-3870-4075-8654-49240541F143}" srcId="{4B29110F-5275-4691-9841-64F982E6B34F}" destId="{CE716B73-5B91-43BE-B2B3-B4279273E199}" srcOrd="0" destOrd="0" parTransId="{6258293F-28FC-4DE8-96F7-242CDB41CA43}" sibTransId="{01F87955-3465-4387-B03F-C647DA8C4F56}"/>
    <dgm:cxn modelId="{5E30FBFF-87BF-4CAD-8B24-609ED7D35B9E}" type="presOf" srcId="{D7F0239E-ABDD-4D9E-9464-898945E40FBA}" destId="{B95043CB-FA13-4BD8-9DFB-740494D3EBBF}" srcOrd="0" destOrd="1" presId="urn:microsoft.com/office/officeart/2005/8/layout/list1"/>
    <dgm:cxn modelId="{6F20DFFB-6C55-4606-A51B-A609C28685AC}" type="presParOf" srcId="{DE21C67E-3CA1-4D41-9048-1D878B868A3C}" destId="{874A6BED-84F2-41FE-B87D-FF1F5E049CE3}" srcOrd="0" destOrd="0" presId="urn:microsoft.com/office/officeart/2005/8/layout/list1"/>
    <dgm:cxn modelId="{1707394F-8E31-4115-8A31-195095690B30}" type="presParOf" srcId="{874A6BED-84F2-41FE-B87D-FF1F5E049CE3}" destId="{E46AFFC3-BB32-4062-8E18-52E8CE709D09}" srcOrd="0" destOrd="0" presId="urn:microsoft.com/office/officeart/2005/8/layout/list1"/>
    <dgm:cxn modelId="{71DDE032-8D41-47AE-BCDF-6ABCF23F7D53}" type="presParOf" srcId="{874A6BED-84F2-41FE-B87D-FF1F5E049CE3}" destId="{29C5E726-3433-4DD2-95CF-1BFAA01026C3}" srcOrd="1" destOrd="0" presId="urn:microsoft.com/office/officeart/2005/8/layout/list1"/>
    <dgm:cxn modelId="{638A3620-DDE0-43E5-9847-3FE632CF6094}" type="presParOf" srcId="{DE21C67E-3CA1-4D41-9048-1D878B868A3C}" destId="{11B44E18-1367-4ED2-B0B5-919A55EF7263}" srcOrd="1" destOrd="0" presId="urn:microsoft.com/office/officeart/2005/8/layout/list1"/>
    <dgm:cxn modelId="{9E6F953A-D90C-4FD4-B889-40283574C91D}" type="presParOf" srcId="{DE21C67E-3CA1-4D41-9048-1D878B868A3C}" destId="{496F554F-D72E-43CE-AC84-C158A7D1322D}" srcOrd="2" destOrd="0" presId="urn:microsoft.com/office/officeart/2005/8/layout/list1"/>
    <dgm:cxn modelId="{BA3AB9D1-7D38-4425-B854-1A06F3870DAE}" type="presParOf" srcId="{DE21C67E-3CA1-4D41-9048-1D878B868A3C}" destId="{71B6B1BD-7CBF-4B6C-8899-79F342D583DB}" srcOrd="3" destOrd="0" presId="urn:microsoft.com/office/officeart/2005/8/layout/list1"/>
    <dgm:cxn modelId="{602DFE90-47BB-465B-8F33-043B602FE376}" type="presParOf" srcId="{DE21C67E-3CA1-4D41-9048-1D878B868A3C}" destId="{01204CF1-22BB-496F-984D-BB6C3FDA7F33}" srcOrd="4" destOrd="0" presId="urn:microsoft.com/office/officeart/2005/8/layout/list1"/>
    <dgm:cxn modelId="{627C0CB9-E4C8-41A8-8F49-142633278B61}" type="presParOf" srcId="{01204CF1-22BB-496F-984D-BB6C3FDA7F33}" destId="{E88548B0-CB8A-4CB9-8568-86A36E2D11A9}" srcOrd="0" destOrd="0" presId="urn:microsoft.com/office/officeart/2005/8/layout/list1"/>
    <dgm:cxn modelId="{B682010D-59BB-46CE-90DA-DB789A5936B9}" type="presParOf" srcId="{01204CF1-22BB-496F-984D-BB6C3FDA7F33}" destId="{9A274F3B-2877-437B-B890-D68757B1B62F}" srcOrd="1" destOrd="0" presId="urn:microsoft.com/office/officeart/2005/8/layout/list1"/>
    <dgm:cxn modelId="{D74E4345-7C00-4B75-8C59-4F2542D6540B}" type="presParOf" srcId="{DE21C67E-3CA1-4D41-9048-1D878B868A3C}" destId="{08E269FA-5044-48F6-9195-43BA0B250901}" srcOrd="5" destOrd="0" presId="urn:microsoft.com/office/officeart/2005/8/layout/list1"/>
    <dgm:cxn modelId="{A5A75623-5CAF-46BC-9836-D517C1B7E155}" type="presParOf" srcId="{DE21C67E-3CA1-4D41-9048-1D878B868A3C}" destId="{B95043CB-FA13-4BD8-9DFB-740494D3EBBF}" srcOrd="6" destOrd="0" presId="urn:microsoft.com/office/officeart/2005/8/layout/list1"/>
    <dgm:cxn modelId="{BF746AAC-D148-4F4E-8F65-8254C464A98A}" type="presParOf" srcId="{DE21C67E-3CA1-4D41-9048-1D878B868A3C}" destId="{0CBBB8AB-B35A-4BC8-B09A-1EC6EDD2B18D}" srcOrd="7" destOrd="0" presId="urn:microsoft.com/office/officeart/2005/8/layout/list1"/>
    <dgm:cxn modelId="{468727C4-9EF0-4566-BA12-0E28B3C0B03C}" type="presParOf" srcId="{DE21C67E-3CA1-4D41-9048-1D878B868A3C}" destId="{BCB1CFF2-40EA-447C-852D-50C1C512A181}" srcOrd="8" destOrd="0" presId="urn:microsoft.com/office/officeart/2005/8/layout/list1"/>
    <dgm:cxn modelId="{A277759D-46B7-4B93-B73D-A0F53DD3D574}" type="presParOf" srcId="{BCB1CFF2-40EA-447C-852D-50C1C512A181}" destId="{A92E2B28-607B-4924-98BC-E796DB843BE9}" srcOrd="0" destOrd="0" presId="urn:microsoft.com/office/officeart/2005/8/layout/list1"/>
    <dgm:cxn modelId="{47BA15BB-0056-4A5E-9383-EF67D3A3FEDA}" type="presParOf" srcId="{BCB1CFF2-40EA-447C-852D-50C1C512A181}" destId="{D8BF63BC-B55E-4B0F-A913-A9C2E8C61069}" srcOrd="1" destOrd="0" presId="urn:microsoft.com/office/officeart/2005/8/layout/list1"/>
    <dgm:cxn modelId="{14F94751-A1F0-49C1-B20F-9DE9646911CA}" type="presParOf" srcId="{DE21C67E-3CA1-4D41-9048-1D878B868A3C}" destId="{5065BDDB-B160-487C-A7E6-85C3122D0760}" srcOrd="9" destOrd="0" presId="urn:microsoft.com/office/officeart/2005/8/layout/list1"/>
    <dgm:cxn modelId="{520101E0-4322-4147-A7E1-85D0207A7141}" type="presParOf" srcId="{DE21C67E-3CA1-4D41-9048-1D878B868A3C}" destId="{17070625-B29C-44B3-AACD-A3DEFAF05D7D}" srcOrd="10" destOrd="0" presId="urn:microsoft.com/office/officeart/2005/8/layout/list1"/>
    <dgm:cxn modelId="{73BFB8F4-9CE4-4962-A20D-7C73CD1A2104}" type="presParOf" srcId="{DE21C67E-3CA1-4D41-9048-1D878B868A3C}" destId="{EDD8C79D-549D-4CA4-9804-56E86C764D16}" srcOrd="11" destOrd="0" presId="urn:microsoft.com/office/officeart/2005/8/layout/list1"/>
    <dgm:cxn modelId="{90258070-3320-4FE6-92A9-A9493ED42342}" type="presParOf" srcId="{DE21C67E-3CA1-4D41-9048-1D878B868A3C}" destId="{5EE6DE2B-246F-4617-B4B1-690D26F86221}" srcOrd="12" destOrd="0" presId="urn:microsoft.com/office/officeart/2005/8/layout/list1"/>
    <dgm:cxn modelId="{B57F0E7D-40C0-4E72-B8E0-AE241E3D7188}" type="presParOf" srcId="{5EE6DE2B-246F-4617-B4B1-690D26F86221}" destId="{F79B1E84-AD04-48B5-989E-EF72C4BA3A9A}" srcOrd="0" destOrd="0" presId="urn:microsoft.com/office/officeart/2005/8/layout/list1"/>
    <dgm:cxn modelId="{60DC7EA7-3B3F-47B7-8D06-F3BC005E60B1}" type="presParOf" srcId="{5EE6DE2B-246F-4617-B4B1-690D26F86221}" destId="{A567A504-1090-410B-9F2F-6AFEF271B3D2}" srcOrd="1" destOrd="0" presId="urn:microsoft.com/office/officeart/2005/8/layout/list1"/>
    <dgm:cxn modelId="{DC8A90E0-66CA-4DCD-A3BE-19A0A43B77AC}" type="presParOf" srcId="{DE21C67E-3CA1-4D41-9048-1D878B868A3C}" destId="{01E4FDF8-C825-41E4-85FD-5FCA58D2B9CE}" srcOrd="13" destOrd="0" presId="urn:microsoft.com/office/officeart/2005/8/layout/list1"/>
    <dgm:cxn modelId="{2391D8E7-9E71-4AD3-AAEF-A69E8E869A48}" type="presParOf" srcId="{DE21C67E-3CA1-4D41-9048-1D878B868A3C}" destId="{CD0D63B2-BC87-4D72-B115-EB7779B4468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C2A7FF-73C6-4A9F-A2DD-F7BE79EF26CC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12B4FA-AC9F-4C60-8612-7174FA345FFB}">
      <dgm:prSet/>
      <dgm:spPr/>
      <dgm:t>
        <a:bodyPr/>
        <a:lstStyle/>
        <a:p>
          <a:r>
            <a:rPr lang="en-US"/>
            <a:t>Priority controls Root Bridge election</a:t>
          </a:r>
        </a:p>
      </dgm:t>
    </dgm:pt>
    <dgm:pt modelId="{AC2E8C8F-2AE5-4A19-9C05-AA9880D3F6B1}" type="parTrans" cxnId="{71CBB495-10D3-4A51-B581-1BF34E1F8E81}">
      <dgm:prSet/>
      <dgm:spPr/>
      <dgm:t>
        <a:bodyPr/>
        <a:lstStyle/>
        <a:p>
          <a:endParaRPr lang="en-US"/>
        </a:p>
      </dgm:t>
    </dgm:pt>
    <dgm:pt modelId="{6945692B-8F7C-4C86-ACF7-8065D0995156}" type="sibTrans" cxnId="{71CBB495-10D3-4A51-B581-1BF34E1F8E81}">
      <dgm:prSet/>
      <dgm:spPr/>
      <dgm:t>
        <a:bodyPr/>
        <a:lstStyle/>
        <a:p>
          <a:endParaRPr lang="en-US"/>
        </a:p>
      </dgm:t>
    </dgm:pt>
    <dgm:pt modelId="{5008A558-1477-48A1-A61C-897485EAC0C6}">
      <dgm:prSet/>
      <dgm:spPr/>
      <dgm:t>
        <a:bodyPr/>
        <a:lstStyle/>
        <a:p>
          <a:r>
            <a:rPr lang="en-US"/>
            <a:t>Valid values:</a:t>
          </a:r>
        </a:p>
      </dgm:t>
    </dgm:pt>
    <dgm:pt modelId="{5DEF2E39-3A2F-4D15-8930-B120A61FD646}" type="parTrans" cxnId="{031465AC-2251-48AF-9FF3-F6D448631C32}">
      <dgm:prSet/>
      <dgm:spPr/>
      <dgm:t>
        <a:bodyPr/>
        <a:lstStyle/>
        <a:p>
          <a:endParaRPr lang="en-US"/>
        </a:p>
      </dgm:t>
    </dgm:pt>
    <dgm:pt modelId="{7E3071DB-5502-425F-AACE-8D2CADEC7EED}" type="sibTrans" cxnId="{031465AC-2251-48AF-9FF3-F6D448631C32}">
      <dgm:prSet/>
      <dgm:spPr/>
      <dgm:t>
        <a:bodyPr/>
        <a:lstStyle/>
        <a:p>
          <a:endParaRPr lang="en-US"/>
        </a:p>
      </dgm:t>
    </dgm:pt>
    <dgm:pt modelId="{52211EF2-16CA-4DA0-B394-5C782AD028CB}">
      <dgm:prSet/>
      <dgm:spPr/>
      <dgm:t>
        <a:bodyPr/>
        <a:lstStyle/>
        <a:p>
          <a:r>
            <a:rPr lang="en-US" dirty="0"/>
            <a:t>0, 4096, 8192, … 61440</a:t>
          </a:r>
        </a:p>
      </dgm:t>
    </dgm:pt>
    <dgm:pt modelId="{31F10498-3B45-479E-8AA1-0BCFB0F6089E}" type="parTrans" cxnId="{FCA41646-588A-4578-9A7A-D8287C9B0A73}">
      <dgm:prSet/>
      <dgm:spPr/>
      <dgm:t>
        <a:bodyPr/>
        <a:lstStyle/>
        <a:p>
          <a:endParaRPr lang="en-US"/>
        </a:p>
      </dgm:t>
    </dgm:pt>
    <dgm:pt modelId="{E64AB20E-DB68-4C80-B0C8-52F49580785E}" type="sibTrans" cxnId="{FCA41646-588A-4578-9A7A-D8287C9B0A73}">
      <dgm:prSet/>
      <dgm:spPr/>
      <dgm:t>
        <a:bodyPr/>
        <a:lstStyle/>
        <a:p>
          <a:endParaRPr lang="en-US"/>
        </a:p>
      </dgm:t>
    </dgm:pt>
    <dgm:pt modelId="{2E74BE80-1533-4803-A006-D5C6F99F9A66}">
      <dgm:prSet/>
      <dgm:spPr/>
      <dgm:t>
        <a:bodyPr/>
        <a:lstStyle/>
        <a:p>
          <a:r>
            <a:rPr lang="en-US"/>
            <a:t>Lower priority = higher chance to be root</a:t>
          </a:r>
        </a:p>
      </dgm:t>
    </dgm:pt>
    <dgm:pt modelId="{5FEC0577-FB6C-471F-8EBF-4A6751D9DA36}" type="parTrans" cxnId="{C212FD90-C48F-4305-AA8B-F8D69132967E}">
      <dgm:prSet/>
      <dgm:spPr/>
      <dgm:t>
        <a:bodyPr/>
        <a:lstStyle/>
        <a:p>
          <a:endParaRPr lang="en-US"/>
        </a:p>
      </dgm:t>
    </dgm:pt>
    <dgm:pt modelId="{2FEBEFEB-EE6E-44FA-8827-062E00ADF2E9}" type="sibTrans" cxnId="{C212FD90-C48F-4305-AA8B-F8D69132967E}">
      <dgm:prSet/>
      <dgm:spPr/>
      <dgm:t>
        <a:bodyPr/>
        <a:lstStyle/>
        <a:p>
          <a:endParaRPr lang="en-US"/>
        </a:p>
      </dgm:t>
    </dgm:pt>
    <dgm:pt modelId="{9E1C92AE-AF2F-4BE4-95CC-05C74DF12D94}">
      <dgm:prSet/>
      <dgm:spPr/>
      <dgm:t>
        <a:bodyPr/>
        <a:lstStyle/>
        <a:p>
          <a:r>
            <a:rPr lang="en-US"/>
            <a:t>Design rule:</a:t>
          </a:r>
          <a:br>
            <a:rPr lang="en-US"/>
          </a:br>
          <a:r>
            <a:rPr lang="en-US"/>
            <a:t>Core switch should have the lowest priority.</a:t>
          </a:r>
        </a:p>
      </dgm:t>
    </dgm:pt>
    <dgm:pt modelId="{B0322089-C16C-499C-A922-AFAAFDE811AC}" type="parTrans" cxnId="{9E00119D-0D29-4EBB-8C72-AFF5F132DE1C}">
      <dgm:prSet/>
      <dgm:spPr/>
      <dgm:t>
        <a:bodyPr/>
        <a:lstStyle/>
        <a:p>
          <a:endParaRPr lang="en-US"/>
        </a:p>
      </dgm:t>
    </dgm:pt>
    <dgm:pt modelId="{D999A393-B252-44D7-AF34-310C549F9F4B}" type="sibTrans" cxnId="{9E00119D-0D29-4EBB-8C72-AFF5F132DE1C}">
      <dgm:prSet/>
      <dgm:spPr/>
      <dgm:t>
        <a:bodyPr/>
        <a:lstStyle/>
        <a:p>
          <a:endParaRPr lang="en-US"/>
        </a:p>
      </dgm:t>
    </dgm:pt>
    <dgm:pt modelId="{5A57D0B9-59DB-4C06-B5E4-B2629D0E028C}" type="pres">
      <dgm:prSet presAssocID="{ABC2A7FF-73C6-4A9F-A2DD-F7BE79EF26CC}" presName="Name0" presStyleCnt="0">
        <dgm:presLayoutVars>
          <dgm:dir/>
          <dgm:animLvl val="lvl"/>
          <dgm:resizeHandles val="exact"/>
        </dgm:presLayoutVars>
      </dgm:prSet>
      <dgm:spPr/>
    </dgm:pt>
    <dgm:pt modelId="{68F5D75B-903C-4E9E-A964-96718849C9F6}" type="pres">
      <dgm:prSet presAssocID="{5C12B4FA-AC9F-4C60-8612-7174FA345FFB}" presName="linNode" presStyleCnt="0"/>
      <dgm:spPr/>
    </dgm:pt>
    <dgm:pt modelId="{DA5BB057-322C-4903-801A-D65E170DFD88}" type="pres">
      <dgm:prSet presAssocID="{5C12B4FA-AC9F-4C60-8612-7174FA345FFB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850380E-2030-4548-ABB5-9A987AEC9F6C}" type="pres">
      <dgm:prSet presAssocID="{6945692B-8F7C-4C86-ACF7-8065D0995156}" presName="sp" presStyleCnt="0"/>
      <dgm:spPr/>
    </dgm:pt>
    <dgm:pt modelId="{7CA3BD1A-725C-4471-ACF5-8411B0184941}" type="pres">
      <dgm:prSet presAssocID="{5008A558-1477-48A1-A61C-897485EAC0C6}" presName="linNode" presStyleCnt="0"/>
      <dgm:spPr/>
    </dgm:pt>
    <dgm:pt modelId="{B1D81473-83B3-4A8D-8E03-124FC45FC9B7}" type="pres">
      <dgm:prSet presAssocID="{5008A558-1477-48A1-A61C-897485EAC0C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8A0106B-AFA2-43AE-804D-95C9484BDF2B}" type="pres">
      <dgm:prSet presAssocID="{5008A558-1477-48A1-A61C-897485EAC0C6}" presName="descendantText" presStyleLbl="alignAccFollowNode1" presStyleIdx="0" presStyleCnt="1">
        <dgm:presLayoutVars>
          <dgm:bulletEnabled val="1"/>
        </dgm:presLayoutVars>
      </dgm:prSet>
      <dgm:spPr/>
    </dgm:pt>
    <dgm:pt modelId="{9BE2CCEE-7319-4616-934E-A575FAD1075F}" type="pres">
      <dgm:prSet presAssocID="{7E3071DB-5502-425F-AACE-8D2CADEC7EED}" presName="sp" presStyleCnt="0"/>
      <dgm:spPr/>
    </dgm:pt>
    <dgm:pt modelId="{8D03AE1D-77EC-4CB5-91AD-ADB42E9BE62D}" type="pres">
      <dgm:prSet presAssocID="{2E74BE80-1533-4803-A006-D5C6F99F9A66}" presName="linNode" presStyleCnt="0"/>
      <dgm:spPr/>
    </dgm:pt>
    <dgm:pt modelId="{635AEC24-FF0D-46CF-8577-88B1106AB246}" type="pres">
      <dgm:prSet presAssocID="{2E74BE80-1533-4803-A006-D5C6F99F9A6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2BE8A43-5BDF-4F61-892F-BA9B8878B3CF}" type="pres">
      <dgm:prSet presAssocID="{2FEBEFEB-EE6E-44FA-8827-062E00ADF2E9}" presName="sp" presStyleCnt="0"/>
      <dgm:spPr/>
    </dgm:pt>
    <dgm:pt modelId="{0BD726F3-DD50-4329-8CA1-AA41326F1178}" type="pres">
      <dgm:prSet presAssocID="{9E1C92AE-AF2F-4BE4-95CC-05C74DF12D94}" presName="linNode" presStyleCnt="0"/>
      <dgm:spPr/>
    </dgm:pt>
    <dgm:pt modelId="{947A05A1-AFF7-430F-B258-E10CBBEDB153}" type="pres">
      <dgm:prSet presAssocID="{9E1C92AE-AF2F-4BE4-95CC-05C74DF12D94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C74E2463-17C0-4BB7-ABF1-AB473D19C57C}" type="presOf" srcId="{52211EF2-16CA-4DA0-B394-5C782AD028CB}" destId="{E8A0106B-AFA2-43AE-804D-95C9484BDF2B}" srcOrd="0" destOrd="0" presId="urn:microsoft.com/office/officeart/2005/8/layout/vList5"/>
    <dgm:cxn modelId="{FCA41646-588A-4578-9A7A-D8287C9B0A73}" srcId="{5008A558-1477-48A1-A61C-897485EAC0C6}" destId="{52211EF2-16CA-4DA0-B394-5C782AD028CB}" srcOrd="0" destOrd="0" parTransId="{31F10498-3B45-479E-8AA1-0BCFB0F6089E}" sibTransId="{E64AB20E-DB68-4C80-B0C8-52F49580785E}"/>
    <dgm:cxn modelId="{9569FF76-C078-4B54-BD26-41A1B128558F}" type="presOf" srcId="{9E1C92AE-AF2F-4BE4-95CC-05C74DF12D94}" destId="{947A05A1-AFF7-430F-B258-E10CBBEDB153}" srcOrd="0" destOrd="0" presId="urn:microsoft.com/office/officeart/2005/8/layout/vList5"/>
    <dgm:cxn modelId="{31582278-D186-4035-B468-E3048AF17FCE}" type="presOf" srcId="{2E74BE80-1533-4803-A006-D5C6F99F9A66}" destId="{635AEC24-FF0D-46CF-8577-88B1106AB246}" srcOrd="0" destOrd="0" presId="urn:microsoft.com/office/officeart/2005/8/layout/vList5"/>
    <dgm:cxn modelId="{C212FD90-C48F-4305-AA8B-F8D69132967E}" srcId="{ABC2A7FF-73C6-4A9F-A2DD-F7BE79EF26CC}" destId="{2E74BE80-1533-4803-A006-D5C6F99F9A66}" srcOrd="2" destOrd="0" parTransId="{5FEC0577-FB6C-471F-8EBF-4A6751D9DA36}" sibTransId="{2FEBEFEB-EE6E-44FA-8827-062E00ADF2E9}"/>
    <dgm:cxn modelId="{71CBB495-10D3-4A51-B581-1BF34E1F8E81}" srcId="{ABC2A7FF-73C6-4A9F-A2DD-F7BE79EF26CC}" destId="{5C12B4FA-AC9F-4C60-8612-7174FA345FFB}" srcOrd="0" destOrd="0" parTransId="{AC2E8C8F-2AE5-4A19-9C05-AA9880D3F6B1}" sibTransId="{6945692B-8F7C-4C86-ACF7-8065D0995156}"/>
    <dgm:cxn modelId="{9E00119D-0D29-4EBB-8C72-AFF5F132DE1C}" srcId="{ABC2A7FF-73C6-4A9F-A2DD-F7BE79EF26CC}" destId="{9E1C92AE-AF2F-4BE4-95CC-05C74DF12D94}" srcOrd="3" destOrd="0" parTransId="{B0322089-C16C-499C-A922-AFAAFDE811AC}" sibTransId="{D999A393-B252-44D7-AF34-310C549F9F4B}"/>
    <dgm:cxn modelId="{0C2CC79D-8F41-48B6-874E-F86A06223AA3}" type="presOf" srcId="{5C12B4FA-AC9F-4C60-8612-7174FA345FFB}" destId="{DA5BB057-322C-4903-801A-D65E170DFD88}" srcOrd="0" destOrd="0" presId="urn:microsoft.com/office/officeart/2005/8/layout/vList5"/>
    <dgm:cxn modelId="{031465AC-2251-48AF-9FF3-F6D448631C32}" srcId="{ABC2A7FF-73C6-4A9F-A2DD-F7BE79EF26CC}" destId="{5008A558-1477-48A1-A61C-897485EAC0C6}" srcOrd="1" destOrd="0" parTransId="{5DEF2E39-3A2F-4D15-8930-B120A61FD646}" sibTransId="{7E3071DB-5502-425F-AACE-8D2CADEC7EED}"/>
    <dgm:cxn modelId="{A5B8BFC3-0F0B-4665-BA2A-AC570F5F07F6}" type="presOf" srcId="{5008A558-1477-48A1-A61C-897485EAC0C6}" destId="{B1D81473-83B3-4A8D-8E03-124FC45FC9B7}" srcOrd="0" destOrd="0" presId="urn:microsoft.com/office/officeart/2005/8/layout/vList5"/>
    <dgm:cxn modelId="{25412DD9-E802-462A-87D5-E40A78B02F6F}" type="presOf" srcId="{ABC2A7FF-73C6-4A9F-A2DD-F7BE79EF26CC}" destId="{5A57D0B9-59DB-4C06-B5E4-B2629D0E028C}" srcOrd="0" destOrd="0" presId="urn:microsoft.com/office/officeart/2005/8/layout/vList5"/>
    <dgm:cxn modelId="{893C7922-F145-4DCD-8059-B3940AD03EB0}" type="presParOf" srcId="{5A57D0B9-59DB-4C06-B5E4-B2629D0E028C}" destId="{68F5D75B-903C-4E9E-A964-96718849C9F6}" srcOrd="0" destOrd="0" presId="urn:microsoft.com/office/officeart/2005/8/layout/vList5"/>
    <dgm:cxn modelId="{D422864D-820F-4BE6-AA33-4A0F649A1673}" type="presParOf" srcId="{68F5D75B-903C-4E9E-A964-96718849C9F6}" destId="{DA5BB057-322C-4903-801A-D65E170DFD88}" srcOrd="0" destOrd="0" presId="urn:microsoft.com/office/officeart/2005/8/layout/vList5"/>
    <dgm:cxn modelId="{58F751B8-02B2-408B-9E7C-106FAA6E3AFB}" type="presParOf" srcId="{5A57D0B9-59DB-4C06-B5E4-B2629D0E028C}" destId="{6850380E-2030-4548-ABB5-9A987AEC9F6C}" srcOrd="1" destOrd="0" presId="urn:microsoft.com/office/officeart/2005/8/layout/vList5"/>
    <dgm:cxn modelId="{1CAAAB77-E34E-4F0C-A682-562C60BF4935}" type="presParOf" srcId="{5A57D0B9-59DB-4C06-B5E4-B2629D0E028C}" destId="{7CA3BD1A-725C-4471-ACF5-8411B0184941}" srcOrd="2" destOrd="0" presId="urn:microsoft.com/office/officeart/2005/8/layout/vList5"/>
    <dgm:cxn modelId="{E91B7C5A-A86A-4EC3-8DBF-45B309867BB9}" type="presParOf" srcId="{7CA3BD1A-725C-4471-ACF5-8411B0184941}" destId="{B1D81473-83B3-4A8D-8E03-124FC45FC9B7}" srcOrd="0" destOrd="0" presId="urn:microsoft.com/office/officeart/2005/8/layout/vList5"/>
    <dgm:cxn modelId="{266B5427-248B-414D-8181-DB847C81E3C3}" type="presParOf" srcId="{7CA3BD1A-725C-4471-ACF5-8411B0184941}" destId="{E8A0106B-AFA2-43AE-804D-95C9484BDF2B}" srcOrd="1" destOrd="0" presId="urn:microsoft.com/office/officeart/2005/8/layout/vList5"/>
    <dgm:cxn modelId="{A070DE2C-8039-466F-B320-F3BFA215B982}" type="presParOf" srcId="{5A57D0B9-59DB-4C06-B5E4-B2629D0E028C}" destId="{9BE2CCEE-7319-4616-934E-A575FAD1075F}" srcOrd="3" destOrd="0" presId="urn:microsoft.com/office/officeart/2005/8/layout/vList5"/>
    <dgm:cxn modelId="{C78CB999-A725-4942-BEA2-0D4A7B380651}" type="presParOf" srcId="{5A57D0B9-59DB-4C06-B5E4-B2629D0E028C}" destId="{8D03AE1D-77EC-4CB5-91AD-ADB42E9BE62D}" srcOrd="4" destOrd="0" presId="urn:microsoft.com/office/officeart/2005/8/layout/vList5"/>
    <dgm:cxn modelId="{46E1D17B-4819-4A24-9D83-D09E79BB933B}" type="presParOf" srcId="{8D03AE1D-77EC-4CB5-91AD-ADB42E9BE62D}" destId="{635AEC24-FF0D-46CF-8577-88B1106AB246}" srcOrd="0" destOrd="0" presId="urn:microsoft.com/office/officeart/2005/8/layout/vList5"/>
    <dgm:cxn modelId="{13F69CEA-EEF9-448C-9907-04F1FF9EFB4D}" type="presParOf" srcId="{5A57D0B9-59DB-4C06-B5E4-B2629D0E028C}" destId="{E2BE8A43-5BDF-4F61-892F-BA9B8878B3CF}" srcOrd="5" destOrd="0" presId="urn:microsoft.com/office/officeart/2005/8/layout/vList5"/>
    <dgm:cxn modelId="{157342D5-2EF2-482A-909E-69FAFC05EEFC}" type="presParOf" srcId="{5A57D0B9-59DB-4C06-B5E4-B2629D0E028C}" destId="{0BD726F3-DD50-4329-8CA1-AA41326F1178}" srcOrd="6" destOrd="0" presId="urn:microsoft.com/office/officeart/2005/8/layout/vList5"/>
    <dgm:cxn modelId="{7C86CD11-E5F7-459F-9AA4-2339C9BD5801}" type="presParOf" srcId="{0BD726F3-DD50-4329-8CA1-AA41326F1178}" destId="{947A05A1-AFF7-430F-B258-E10CBBEDB15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D0FE0C-9D8D-4C92-9E99-6F2BE6B0DF0A}" type="doc">
      <dgm:prSet loTypeId="urn:microsoft.com/office/officeart/2005/8/layout/list1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A21A4F17-2119-4B56-96A3-DF08DF9FC764}">
      <dgm:prSet/>
      <dgm:spPr/>
      <dgm:t>
        <a:bodyPr/>
        <a:lstStyle/>
        <a:p>
          <a:r>
            <a:rPr lang="en-US"/>
            <a:t>Only one Root Bridge per VLAN</a:t>
          </a:r>
        </a:p>
      </dgm:t>
    </dgm:pt>
    <dgm:pt modelId="{A440321D-EB3E-4859-81C7-A4529501E863}" type="parTrans" cxnId="{931067C2-4F14-4C1A-AFA4-0664F8242563}">
      <dgm:prSet/>
      <dgm:spPr/>
      <dgm:t>
        <a:bodyPr/>
        <a:lstStyle/>
        <a:p>
          <a:endParaRPr lang="en-US"/>
        </a:p>
      </dgm:t>
    </dgm:pt>
    <dgm:pt modelId="{3A048BF3-4073-41C6-AD1F-F73D9BD65692}" type="sibTrans" cxnId="{931067C2-4F14-4C1A-AFA4-0664F8242563}">
      <dgm:prSet/>
      <dgm:spPr/>
      <dgm:t>
        <a:bodyPr/>
        <a:lstStyle/>
        <a:p>
          <a:endParaRPr lang="en-US"/>
        </a:p>
      </dgm:t>
    </dgm:pt>
    <dgm:pt modelId="{900E86E5-B6C7-43B1-8600-972DD3C33375}">
      <dgm:prSet/>
      <dgm:spPr/>
      <dgm:t>
        <a:bodyPr/>
        <a:lstStyle/>
        <a:p>
          <a:r>
            <a:rPr lang="en-US"/>
            <a:t>Root Bridge characteristics:</a:t>
          </a:r>
        </a:p>
      </dgm:t>
    </dgm:pt>
    <dgm:pt modelId="{A12C1845-8D5F-4A7F-A0ED-C330C8FA4930}" type="parTrans" cxnId="{CC7EBA35-8944-4EFE-A2BF-8700FEC13038}">
      <dgm:prSet/>
      <dgm:spPr/>
      <dgm:t>
        <a:bodyPr/>
        <a:lstStyle/>
        <a:p>
          <a:endParaRPr lang="en-US"/>
        </a:p>
      </dgm:t>
    </dgm:pt>
    <dgm:pt modelId="{257C76EB-D774-4D61-B007-FC30686F7475}" type="sibTrans" cxnId="{CC7EBA35-8944-4EFE-A2BF-8700FEC13038}">
      <dgm:prSet/>
      <dgm:spPr/>
      <dgm:t>
        <a:bodyPr/>
        <a:lstStyle/>
        <a:p>
          <a:endParaRPr lang="en-US"/>
        </a:p>
      </dgm:t>
    </dgm:pt>
    <dgm:pt modelId="{E785F3D8-8ECE-44CB-9AB5-E07D6EA5B47A}">
      <dgm:prSet/>
      <dgm:spPr/>
      <dgm:t>
        <a:bodyPr/>
        <a:lstStyle/>
        <a:p>
          <a:r>
            <a:rPr lang="en-US"/>
            <a:t>No Root Port</a:t>
          </a:r>
        </a:p>
      </dgm:t>
    </dgm:pt>
    <dgm:pt modelId="{2DECFFE9-EAB2-4DE1-8181-7C1041EF3BD4}" type="parTrans" cxnId="{7F17E9DE-798C-48BE-9B0C-AB3119D06F65}">
      <dgm:prSet/>
      <dgm:spPr/>
      <dgm:t>
        <a:bodyPr/>
        <a:lstStyle/>
        <a:p>
          <a:endParaRPr lang="en-US"/>
        </a:p>
      </dgm:t>
    </dgm:pt>
    <dgm:pt modelId="{8C052C78-DF6C-4439-8755-B4E0BE592842}" type="sibTrans" cxnId="{7F17E9DE-798C-48BE-9B0C-AB3119D06F65}">
      <dgm:prSet/>
      <dgm:spPr/>
      <dgm:t>
        <a:bodyPr/>
        <a:lstStyle/>
        <a:p>
          <a:endParaRPr lang="en-US"/>
        </a:p>
      </dgm:t>
    </dgm:pt>
    <dgm:pt modelId="{67180DAC-E070-4BA0-9C85-C864150A21C0}">
      <dgm:prSet/>
      <dgm:spPr/>
      <dgm:t>
        <a:bodyPr/>
        <a:lstStyle/>
        <a:p>
          <a:r>
            <a:rPr lang="en-US"/>
            <a:t>All ports are Designated Ports</a:t>
          </a:r>
        </a:p>
      </dgm:t>
    </dgm:pt>
    <dgm:pt modelId="{C5C8A4CF-9766-48D4-BE92-355C40836F32}" type="parTrans" cxnId="{BC4145F9-7905-4E41-B5AF-F4C1BEB28E73}">
      <dgm:prSet/>
      <dgm:spPr/>
      <dgm:t>
        <a:bodyPr/>
        <a:lstStyle/>
        <a:p>
          <a:endParaRPr lang="en-US"/>
        </a:p>
      </dgm:t>
    </dgm:pt>
    <dgm:pt modelId="{F2AF5807-D43A-4132-82FD-0D376EEA3256}" type="sibTrans" cxnId="{BC4145F9-7905-4E41-B5AF-F4C1BEB28E73}">
      <dgm:prSet/>
      <dgm:spPr/>
      <dgm:t>
        <a:bodyPr/>
        <a:lstStyle/>
        <a:p>
          <a:endParaRPr lang="en-US"/>
        </a:p>
      </dgm:t>
    </dgm:pt>
    <dgm:pt modelId="{0BE64522-F396-4970-8FC0-6DB0A1753255}">
      <dgm:prSet/>
      <dgm:spPr/>
      <dgm:t>
        <a:bodyPr/>
        <a:lstStyle/>
        <a:p>
          <a:r>
            <a:rPr lang="en-US"/>
            <a:t>Root Bridge is the reference point for STP</a:t>
          </a:r>
        </a:p>
      </dgm:t>
    </dgm:pt>
    <dgm:pt modelId="{35069A0A-B0F2-4E6D-BD99-AF2B9523155E}" type="parTrans" cxnId="{BD239AB8-3B68-494A-BE32-2C9F135D427E}">
      <dgm:prSet/>
      <dgm:spPr/>
      <dgm:t>
        <a:bodyPr/>
        <a:lstStyle/>
        <a:p>
          <a:endParaRPr lang="en-US"/>
        </a:p>
      </dgm:t>
    </dgm:pt>
    <dgm:pt modelId="{05E626BB-BDEF-4751-9CE1-665F42F97C9C}" type="sibTrans" cxnId="{BD239AB8-3B68-494A-BE32-2C9F135D427E}">
      <dgm:prSet/>
      <dgm:spPr/>
      <dgm:t>
        <a:bodyPr/>
        <a:lstStyle/>
        <a:p>
          <a:endParaRPr lang="en-US"/>
        </a:p>
      </dgm:t>
    </dgm:pt>
    <dgm:pt modelId="{016A5001-4BE9-4125-9296-85FDE0DA6404}" type="pres">
      <dgm:prSet presAssocID="{34D0FE0C-9D8D-4C92-9E99-6F2BE6B0DF0A}" presName="linear" presStyleCnt="0">
        <dgm:presLayoutVars>
          <dgm:dir/>
          <dgm:animLvl val="lvl"/>
          <dgm:resizeHandles val="exact"/>
        </dgm:presLayoutVars>
      </dgm:prSet>
      <dgm:spPr/>
    </dgm:pt>
    <dgm:pt modelId="{8768609A-A1E8-407A-A934-F34C713A8981}" type="pres">
      <dgm:prSet presAssocID="{A21A4F17-2119-4B56-96A3-DF08DF9FC764}" presName="parentLin" presStyleCnt="0"/>
      <dgm:spPr/>
    </dgm:pt>
    <dgm:pt modelId="{A532341A-1358-4250-86EF-EBDCF2DA2AB7}" type="pres">
      <dgm:prSet presAssocID="{A21A4F17-2119-4B56-96A3-DF08DF9FC764}" presName="parentLeftMargin" presStyleLbl="node1" presStyleIdx="0" presStyleCnt="3"/>
      <dgm:spPr/>
    </dgm:pt>
    <dgm:pt modelId="{2FCF5477-8D41-42A1-BD10-A09BD03FC60D}" type="pres">
      <dgm:prSet presAssocID="{A21A4F17-2119-4B56-96A3-DF08DF9FC76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A360B5-FBDA-4B59-ABF1-948032F65F05}" type="pres">
      <dgm:prSet presAssocID="{A21A4F17-2119-4B56-96A3-DF08DF9FC764}" presName="negativeSpace" presStyleCnt="0"/>
      <dgm:spPr/>
    </dgm:pt>
    <dgm:pt modelId="{498C0A0E-6CA8-462A-BA6D-B15CA52BE1DC}" type="pres">
      <dgm:prSet presAssocID="{A21A4F17-2119-4B56-96A3-DF08DF9FC764}" presName="childText" presStyleLbl="conFgAcc1" presStyleIdx="0" presStyleCnt="3">
        <dgm:presLayoutVars>
          <dgm:bulletEnabled val="1"/>
        </dgm:presLayoutVars>
      </dgm:prSet>
      <dgm:spPr/>
    </dgm:pt>
    <dgm:pt modelId="{D7925CEB-F5EC-43DA-871D-47E612E95A06}" type="pres">
      <dgm:prSet presAssocID="{3A048BF3-4073-41C6-AD1F-F73D9BD65692}" presName="spaceBetweenRectangles" presStyleCnt="0"/>
      <dgm:spPr/>
    </dgm:pt>
    <dgm:pt modelId="{EEC9D5DF-EECD-49B7-B6DB-BA03FEA1AFDB}" type="pres">
      <dgm:prSet presAssocID="{900E86E5-B6C7-43B1-8600-972DD3C33375}" presName="parentLin" presStyleCnt="0"/>
      <dgm:spPr/>
    </dgm:pt>
    <dgm:pt modelId="{E5EEA3A6-CBF1-4829-B532-DE078DAF25AF}" type="pres">
      <dgm:prSet presAssocID="{900E86E5-B6C7-43B1-8600-972DD3C33375}" presName="parentLeftMargin" presStyleLbl="node1" presStyleIdx="0" presStyleCnt="3"/>
      <dgm:spPr/>
    </dgm:pt>
    <dgm:pt modelId="{8E17A82B-88A7-49AE-A7E7-A159B3249519}" type="pres">
      <dgm:prSet presAssocID="{900E86E5-B6C7-43B1-8600-972DD3C333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87524F-6064-4A45-9E6A-8F555DBD89AE}" type="pres">
      <dgm:prSet presAssocID="{900E86E5-B6C7-43B1-8600-972DD3C33375}" presName="negativeSpace" presStyleCnt="0"/>
      <dgm:spPr/>
    </dgm:pt>
    <dgm:pt modelId="{46B46E2B-950F-428A-A581-3B03E64B5FCE}" type="pres">
      <dgm:prSet presAssocID="{900E86E5-B6C7-43B1-8600-972DD3C33375}" presName="childText" presStyleLbl="conFgAcc1" presStyleIdx="1" presStyleCnt="3">
        <dgm:presLayoutVars>
          <dgm:bulletEnabled val="1"/>
        </dgm:presLayoutVars>
      </dgm:prSet>
      <dgm:spPr/>
    </dgm:pt>
    <dgm:pt modelId="{3A80DCC0-EA63-40A5-8BC8-9D19A608D2C6}" type="pres">
      <dgm:prSet presAssocID="{257C76EB-D774-4D61-B007-FC30686F7475}" presName="spaceBetweenRectangles" presStyleCnt="0"/>
      <dgm:spPr/>
    </dgm:pt>
    <dgm:pt modelId="{D4434DC7-A269-4339-9FF1-5A85529DB445}" type="pres">
      <dgm:prSet presAssocID="{0BE64522-F396-4970-8FC0-6DB0A1753255}" presName="parentLin" presStyleCnt="0"/>
      <dgm:spPr/>
    </dgm:pt>
    <dgm:pt modelId="{C9FED336-ED50-4899-9022-7F1DF0693CA8}" type="pres">
      <dgm:prSet presAssocID="{0BE64522-F396-4970-8FC0-6DB0A1753255}" presName="parentLeftMargin" presStyleLbl="node1" presStyleIdx="1" presStyleCnt="3"/>
      <dgm:spPr/>
    </dgm:pt>
    <dgm:pt modelId="{0341F77E-EDE6-42AB-A690-0182E8D76410}" type="pres">
      <dgm:prSet presAssocID="{0BE64522-F396-4970-8FC0-6DB0A17532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3C79E33-FCE6-465E-B350-AA06B954C27B}" type="pres">
      <dgm:prSet presAssocID="{0BE64522-F396-4970-8FC0-6DB0A1753255}" presName="negativeSpace" presStyleCnt="0"/>
      <dgm:spPr/>
    </dgm:pt>
    <dgm:pt modelId="{6F108F9C-8219-4EA7-AF1D-6E939649CF05}" type="pres">
      <dgm:prSet presAssocID="{0BE64522-F396-4970-8FC0-6DB0A17532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1067D0C-59CC-46F4-82D2-AC9B86402ED5}" type="presOf" srcId="{67180DAC-E070-4BA0-9C85-C864150A21C0}" destId="{46B46E2B-950F-428A-A581-3B03E64B5FCE}" srcOrd="0" destOrd="1" presId="urn:microsoft.com/office/officeart/2005/8/layout/list1"/>
    <dgm:cxn modelId="{0E9AF22F-306D-4CC0-BE8E-5E7995355A79}" type="presOf" srcId="{E785F3D8-8ECE-44CB-9AB5-E07D6EA5B47A}" destId="{46B46E2B-950F-428A-A581-3B03E64B5FCE}" srcOrd="0" destOrd="0" presId="urn:microsoft.com/office/officeart/2005/8/layout/list1"/>
    <dgm:cxn modelId="{CC7EBA35-8944-4EFE-A2BF-8700FEC13038}" srcId="{34D0FE0C-9D8D-4C92-9E99-6F2BE6B0DF0A}" destId="{900E86E5-B6C7-43B1-8600-972DD3C33375}" srcOrd="1" destOrd="0" parTransId="{A12C1845-8D5F-4A7F-A0ED-C330C8FA4930}" sibTransId="{257C76EB-D774-4D61-B007-FC30686F7475}"/>
    <dgm:cxn modelId="{19A1123B-2B4A-458C-8100-F3AF77DFBCFA}" type="presOf" srcId="{0BE64522-F396-4970-8FC0-6DB0A1753255}" destId="{C9FED336-ED50-4899-9022-7F1DF0693CA8}" srcOrd="0" destOrd="0" presId="urn:microsoft.com/office/officeart/2005/8/layout/list1"/>
    <dgm:cxn modelId="{2A603A57-C03D-4ED7-A989-F3C11F919A76}" type="presOf" srcId="{A21A4F17-2119-4B56-96A3-DF08DF9FC764}" destId="{A532341A-1358-4250-86EF-EBDCF2DA2AB7}" srcOrd="0" destOrd="0" presId="urn:microsoft.com/office/officeart/2005/8/layout/list1"/>
    <dgm:cxn modelId="{61A9CD92-33E4-43A6-A9C7-B29616A83DF3}" type="presOf" srcId="{900E86E5-B6C7-43B1-8600-972DD3C33375}" destId="{E5EEA3A6-CBF1-4829-B532-DE078DAF25AF}" srcOrd="0" destOrd="0" presId="urn:microsoft.com/office/officeart/2005/8/layout/list1"/>
    <dgm:cxn modelId="{903989A5-99AC-4E0A-9BB6-4EF06767ECF6}" type="presOf" srcId="{A21A4F17-2119-4B56-96A3-DF08DF9FC764}" destId="{2FCF5477-8D41-42A1-BD10-A09BD03FC60D}" srcOrd="1" destOrd="0" presId="urn:microsoft.com/office/officeart/2005/8/layout/list1"/>
    <dgm:cxn modelId="{8406EEAD-D27F-4022-87D4-4ABF8E4C19E9}" type="presOf" srcId="{34D0FE0C-9D8D-4C92-9E99-6F2BE6B0DF0A}" destId="{016A5001-4BE9-4125-9296-85FDE0DA6404}" srcOrd="0" destOrd="0" presId="urn:microsoft.com/office/officeart/2005/8/layout/list1"/>
    <dgm:cxn modelId="{BD239AB8-3B68-494A-BE32-2C9F135D427E}" srcId="{34D0FE0C-9D8D-4C92-9E99-6F2BE6B0DF0A}" destId="{0BE64522-F396-4970-8FC0-6DB0A1753255}" srcOrd="2" destOrd="0" parTransId="{35069A0A-B0F2-4E6D-BD99-AF2B9523155E}" sibTransId="{05E626BB-BDEF-4751-9CE1-665F42F97C9C}"/>
    <dgm:cxn modelId="{931067C2-4F14-4C1A-AFA4-0664F8242563}" srcId="{34D0FE0C-9D8D-4C92-9E99-6F2BE6B0DF0A}" destId="{A21A4F17-2119-4B56-96A3-DF08DF9FC764}" srcOrd="0" destOrd="0" parTransId="{A440321D-EB3E-4859-81C7-A4529501E863}" sibTransId="{3A048BF3-4073-41C6-AD1F-F73D9BD65692}"/>
    <dgm:cxn modelId="{EC023AC3-47C0-4EAC-8BCB-D7277920154A}" type="presOf" srcId="{0BE64522-F396-4970-8FC0-6DB0A1753255}" destId="{0341F77E-EDE6-42AB-A690-0182E8D76410}" srcOrd="1" destOrd="0" presId="urn:microsoft.com/office/officeart/2005/8/layout/list1"/>
    <dgm:cxn modelId="{D0DD60C6-86AF-4DEF-9059-7EAE3D84803E}" type="presOf" srcId="{900E86E5-B6C7-43B1-8600-972DD3C33375}" destId="{8E17A82B-88A7-49AE-A7E7-A159B3249519}" srcOrd="1" destOrd="0" presId="urn:microsoft.com/office/officeart/2005/8/layout/list1"/>
    <dgm:cxn modelId="{7F17E9DE-798C-48BE-9B0C-AB3119D06F65}" srcId="{900E86E5-B6C7-43B1-8600-972DD3C33375}" destId="{E785F3D8-8ECE-44CB-9AB5-E07D6EA5B47A}" srcOrd="0" destOrd="0" parTransId="{2DECFFE9-EAB2-4DE1-8181-7C1041EF3BD4}" sibTransId="{8C052C78-DF6C-4439-8755-B4E0BE592842}"/>
    <dgm:cxn modelId="{BC4145F9-7905-4E41-B5AF-F4C1BEB28E73}" srcId="{900E86E5-B6C7-43B1-8600-972DD3C33375}" destId="{67180DAC-E070-4BA0-9C85-C864150A21C0}" srcOrd="1" destOrd="0" parTransId="{C5C8A4CF-9766-48D4-BE92-355C40836F32}" sibTransId="{F2AF5807-D43A-4132-82FD-0D376EEA3256}"/>
    <dgm:cxn modelId="{479B41FF-DE14-495F-A906-353A8571325C}" type="presParOf" srcId="{016A5001-4BE9-4125-9296-85FDE0DA6404}" destId="{8768609A-A1E8-407A-A934-F34C713A8981}" srcOrd="0" destOrd="0" presId="urn:microsoft.com/office/officeart/2005/8/layout/list1"/>
    <dgm:cxn modelId="{73AD6ADF-418B-4E00-8E75-ED2B72BFC58E}" type="presParOf" srcId="{8768609A-A1E8-407A-A934-F34C713A8981}" destId="{A532341A-1358-4250-86EF-EBDCF2DA2AB7}" srcOrd="0" destOrd="0" presId="urn:microsoft.com/office/officeart/2005/8/layout/list1"/>
    <dgm:cxn modelId="{5C24CCC5-6153-4BCF-B5E5-30205F9F138E}" type="presParOf" srcId="{8768609A-A1E8-407A-A934-F34C713A8981}" destId="{2FCF5477-8D41-42A1-BD10-A09BD03FC60D}" srcOrd="1" destOrd="0" presId="urn:microsoft.com/office/officeart/2005/8/layout/list1"/>
    <dgm:cxn modelId="{6324B5FC-0B1B-47BA-83CC-D67FDFDD1E43}" type="presParOf" srcId="{016A5001-4BE9-4125-9296-85FDE0DA6404}" destId="{A1A360B5-FBDA-4B59-ABF1-948032F65F05}" srcOrd="1" destOrd="0" presId="urn:microsoft.com/office/officeart/2005/8/layout/list1"/>
    <dgm:cxn modelId="{7F5E62A9-7F43-4E36-A83A-680D6DD9DEEC}" type="presParOf" srcId="{016A5001-4BE9-4125-9296-85FDE0DA6404}" destId="{498C0A0E-6CA8-462A-BA6D-B15CA52BE1DC}" srcOrd="2" destOrd="0" presId="urn:microsoft.com/office/officeart/2005/8/layout/list1"/>
    <dgm:cxn modelId="{34071E9B-7BE9-4F1A-B9EF-FEE6CBEC0454}" type="presParOf" srcId="{016A5001-4BE9-4125-9296-85FDE0DA6404}" destId="{D7925CEB-F5EC-43DA-871D-47E612E95A06}" srcOrd="3" destOrd="0" presId="urn:microsoft.com/office/officeart/2005/8/layout/list1"/>
    <dgm:cxn modelId="{2FC8C357-F13D-421A-A702-D117E8E92DF5}" type="presParOf" srcId="{016A5001-4BE9-4125-9296-85FDE0DA6404}" destId="{EEC9D5DF-EECD-49B7-B6DB-BA03FEA1AFDB}" srcOrd="4" destOrd="0" presId="urn:microsoft.com/office/officeart/2005/8/layout/list1"/>
    <dgm:cxn modelId="{68748F81-AE89-4CFB-8484-CC728D99C1C3}" type="presParOf" srcId="{EEC9D5DF-EECD-49B7-B6DB-BA03FEA1AFDB}" destId="{E5EEA3A6-CBF1-4829-B532-DE078DAF25AF}" srcOrd="0" destOrd="0" presId="urn:microsoft.com/office/officeart/2005/8/layout/list1"/>
    <dgm:cxn modelId="{346D2D09-B0BB-4706-B0CD-9D8F6351003A}" type="presParOf" srcId="{EEC9D5DF-EECD-49B7-B6DB-BA03FEA1AFDB}" destId="{8E17A82B-88A7-49AE-A7E7-A159B3249519}" srcOrd="1" destOrd="0" presId="urn:microsoft.com/office/officeart/2005/8/layout/list1"/>
    <dgm:cxn modelId="{1A6B901B-1891-4432-A02C-DF8680E6C1C4}" type="presParOf" srcId="{016A5001-4BE9-4125-9296-85FDE0DA6404}" destId="{A087524F-6064-4A45-9E6A-8F555DBD89AE}" srcOrd="5" destOrd="0" presId="urn:microsoft.com/office/officeart/2005/8/layout/list1"/>
    <dgm:cxn modelId="{808A579A-87DD-49E4-97C0-6B6DF53F2BB3}" type="presParOf" srcId="{016A5001-4BE9-4125-9296-85FDE0DA6404}" destId="{46B46E2B-950F-428A-A581-3B03E64B5FCE}" srcOrd="6" destOrd="0" presId="urn:microsoft.com/office/officeart/2005/8/layout/list1"/>
    <dgm:cxn modelId="{BB57512D-D834-43F8-AA39-CEFF95796040}" type="presParOf" srcId="{016A5001-4BE9-4125-9296-85FDE0DA6404}" destId="{3A80DCC0-EA63-40A5-8BC8-9D19A608D2C6}" srcOrd="7" destOrd="0" presId="urn:microsoft.com/office/officeart/2005/8/layout/list1"/>
    <dgm:cxn modelId="{070F7645-921B-4E51-B4A0-FF7CD066F68E}" type="presParOf" srcId="{016A5001-4BE9-4125-9296-85FDE0DA6404}" destId="{D4434DC7-A269-4339-9FF1-5A85529DB445}" srcOrd="8" destOrd="0" presId="urn:microsoft.com/office/officeart/2005/8/layout/list1"/>
    <dgm:cxn modelId="{637B8E1E-A71F-428E-9FD3-C56CF03D57A3}" type="presParOf" srcId="{D4434DC7-A269-4339-9FF1-5A85529DB445}" destId="{C9FED336-ED50-4899-9022-7F1DF0693CA8}" srcOrd="0" destOrd="0" presId="urn:microsoft.com/office/officeart/2005/8/layout/list1"/>
    <dgm:cxn modelId="{4D7E3ADF-432D-4A2B-850E-9D8C0A9376D9}" type="presParOf" srcId="{D4434DC7-A269-4339-9FF1-5A85529DB445}" destId="{0341F77E-EDE6-42AB-A690-0182E8D76410}" srcOrd="1" destOrd="0" presId="urn:microsoft.com/office/officeart/2005/8/layout/list1"/>
    <dgm:cxn modelId="{A1F97E8C-5557-47E2-BA40-C19E845A4632}" type="presParOf" srcId="{016A5001-4BE9-4125-9296-85FDE0DA6404}" destId="{B3C79E33-FCE6-465E-B350-AA06B954C27B}" srcOrd="9" destOrd="0" presId="urn:microsoft.com/office/officeart/2005/8/layout/list1"/>
    <dgm:cxn modelId="{83033B63-425D-456B-A031-DBD711184C91}" type="presParOf" srcId="{016A5001-4BE9-4125-9296-85FDE0DA6404}" destId="{6F108F9C-8219-4EA7-AF1D-6E939649CF0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1EB5C0B-86C7-4B93-86C4-757165C7033B}" type="doc">
      <dgm:prSet loTypeId="urn:microsoft.com/office/officeart/2005/8/layout/list1" loCatId="list" qsTypeId="urn:microsoft.com/office/officeart/2005/8/quickstyle/simple4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9D4206B1-A4C7-467C-B2C6-7F8515F3E78E}">
      <dgm:prSet/>
      <dgm:spPr/>
      <dgm:t>
        <a:bodyPr/>
        <a:lstStyle/>
        <a:p>
          <a:r>
            <a:rPr lang="en-US"/>
            <a:t>Root Port (RP):</a:t>
          </a:r>
        </a:p>
      </dgm:t>
    </dgm:pt>
    <dgm:pt modelId="{83F15B33-17DD-49E2-8874-950384B66562}" type="parTrans" cxnId="{09287B91-B28A-4500-9ACD-D3B6A798C887}">
      <dgm:prSet/>
      <dgm:spPr/>
      <dgm:t>
        <a:bodyPr/>
        <a:lstStyle/>
        <a:p>
          <a:endParaRPr lang="en-US"/>
        </a:p>
      </dgm:t>
    </dgm:pt>
    <dgm:pt modelId="{C6D6898F-19CA-40FD-A00C-FC1E3A0CE345}" type="sibTrans" cxnId="{09287B91-B28A-4500-9ACD-D3B6A798C887}">
      <dgm:prSet/>
      <dgm:spPr/>
      <dgm:t>
        <a:bodyPr/>
        <a:lstStyle/>
        <a:p>
          <a:endParaRPr lang="en-US"/>
        </a:p>
      </dgm:t>
    </dgm:pt>
    <dgm:pt modelId="{E4445722-5BC1-4581-8626-052942847CCE}">
      <dgm:prSet/>
      <dgm:spPr/>
      <dgm:t>
        <a:bodyPr/>
        <a:lstStyle/>
        <a:p>
          <a:r>
            <a:rPr lang="en-US"/>
            <a:t>Best path toward Root Bridge</a:t>
          </a:r>
        </a:p>
      </dgm:t>
    </dgm:pt>
    <dgm:pt modelId="{D269A7F0-5760-42CF-B4E9-756C1B05B006}" type="parTrans" cxnId="{734D21A2-C2DD-4633-8650-E21D4E4933BD}">
      <dgm:prSet/>
      <dgm:spPr/>
      <dgm:t>
        <a:bodyPr/>
        <a:lstStyle/>
        <a:p>
          <a:endParaRPr lang="en-US"/>
        </a:p>
      </dgm:t>
    </dgm:pt>
    <dgm:pt modelId="{E3E39939-B5D3-4ADA-B972-226C0E0D83A4}" type="sibTrans" cxnId="{734D21A2-C2DD-4633-8650-E21D4E4933BD}">
      <dgm:prSet/>
      <dgm:spPr/>
      <dgm:t>
        <a:bodyPr/>
        <a:lstStyle/>
        <a:p>
          <a:endParaRPr lang="en-US"/>
        </a:p>
      </dgm:t>
    </dgm:pt>
    <dgm:pt modelId="{72085F45-5067-457A-857D-5BD1B8FE0EA6}">
      <dgm:prSet/>
      <dgm:spPr/>
      <dgm:t>
        <a:bodyPr/>
        <a:lstStyle/>
        <a:p>
          <a:r>
            <a:rPr lang="en-US"/>
            <a:t>One per non-root switch</a:t>
          </a:r>
        </a:p>
      </dgm:t>
    </dgm:pt>
    <dgm:pt modelId="{29B66726-FCB1-4FC3-9D69-03844A1CDB33}" type="parTrans" cxnId="{595B0DC5-23A1-43C9-986D-E040CB427E48}">
      <dgm:prSet/>
      <dgm:spPr/>
      <dgm:t>
        <a:bodyPr/>
        <a:lstStyle/>
        <a:p>
          <a:endParaRPr lang="en-US"/>
        </a:p>
      </dgm:t>
    </dgm:pt>
    <dgm:pt modelId="{6348C9AA-008B-4A02-9E8E-D4664608E155}" type="sibTrans" cxnId="{595B0DC5-23A1-43C9-986D-E040CB427E48}">
      <dgm:prSet/>
      <dgm:spPr/>
      <dgm:t>
        <a:bodyPr/>
        <a:lstStyle/>
        <a:p>
          <a:endParaRPr lang="en-US"/>
        </a:p>
      </dgm:t>
    </dgm:pt>
    <dgm:pt modelId="{D283CACD-E1A9-4CFD-BDE1-162A9833B5DA}">
      <dgm:prSet/>
      <dgm:spPr/>
      <dgm:t>
        <a:bodyPr/>
        <a:lstStyle/>
        <a:p>
          <a:r>
            <a:rPr lang="en-US"/>
            <a:t>Designated Port (DP):</a:t>
          </a:r>
        </a:p>
      </dgm:t>
    </dgm:pt>
    <dgm:pt modelId="{5BBF52BE-DAA9-4FEC-95E0-808F0622FFB2}" type="parTrans" cxnId="{6BE5C3DC-9A73-4C9C-8332-B02B47210CFD}">
      <dgm:prSet/>
      <dgm:spPr/>
      <dgm:t>
        <a:bodyPr/>
        <a:lstStyle/>
        <a:p>
          <a:endParaRPr lang="en-US"/>
        </a:p>
      </dgm:t>
    </dgm:pt>
    <dgm:pt modelId="{BB27EACE-709C-42A1-90C9-F8B1952224AC}" type="sibTrans" cxnId="{6BE5C3DC-9A73-4C9C-8332-B02B47210CFD}">
      <dgm:prSet/>
      <dgm:spPr/>
      <dgm:t>
        <a:bodyPr/>
        <a:lstStyle/>
        <a:p>
          <a:endParaRPr lang="en-US"/>
        </a:p>
      </dgm:t>
    </dgm:pt>
    <dgm:pt modelId="{4CDC0467-5147-4371-9BCB-87B8C68C212F}">
      <dgm:prSet/>
      <dgm:spPr/>
      <dgm:t>
        <a:bodyPr/>
        <a:lstStyle/>
        <a:p>
          <a:r>
            <a:rPr lang="en-US"/>
            <a:t>Best path away from Root Bridge</a:t>
          </a:r>
        </a:p>
      </dgm:t>
    </dgm:pt>
    <dgm:pt modelId="{C73F4F48-B543-4BDD-87D4-0A35DBDA2C25}" type="parTrans" cxnId="{AB0533E3-ADEA-4B14-935E-056E0EDECB63}">
      <dgm:prSet/>
      <dgm:spPr/>
      <dgm:t>
        <a:bodyPr/>
        <a:lstStyle/>
        <a:p>
          <a:endParaRPr lang="en-US"/>
        </a:p>
      </dgm:t>
    </dgm:pt>
    <dgm:pt modelId="{F734BD43-B4A7-4AAD-A160-771CBA6FFFBD}" type="sibTrans" cxnId="{AB0533E3-ADEA-4B14-935E-056E0EDECB63}">
      <dgm:prSet/>
      <dgm:spPr/>
      <dgm:t>
        <a:bodyPr/>
        <a:lstStyle/>
        <a:p>
          <a:endParaRPr lang="en-US"/>
        </a:p>
      </dgm:t>
    </dgm:pt>
    <dgm:pt modelId="{2A8F1444-7154-4B8D-BA29-E8D5F9A112A6}">
      <dgm:prSet/>
      <dgm:spPr/>
      <dgm:t>
        <a:bodyPr/>
        <a:lstStyle/>
        <a:p>
          <a:r>
            <a:rPr lang="en-US"/>
            <a:t>One per network segment</a:t>
          </a:r>
        </a:p>
      </dgm:t>
    </dgm:pt>
    <dgm:pt modelId="{D98B1142-C0FC-4E34-8EC7-F3BEFB622212}" type="parTrans" cxnId="{5D75BCB1-024F-4DD6-8093-6C7EE555DA21}">
      <dgm:prSet/>
      <dgm:spPr/>
      <dgm:t>
        <a:bodyPr/>
        <a:lstStyle/>
        <a:p>
          <a:endParaRPr lang="en-US"/>
        </a:p>
      </dgm:t>
    </dgm:pt>
    <dgm:pt modelId="{6E5F34CD-4623-4E66-A97F-976BC1C2B131}" type="sibTrans" cxnId="{5D75BCB1-024F-4DD6-8093-6C7EE555DA21}">
      <dgm:prSet/>
      <dgm:spPr/>
      <dgm:t>
        <a:bodyPr/>
        <a:lstStyle/>
        <a:p>
          <a:endParaRPr lang="en-US"/>
        </a:p>
      </dgm:t>
    </dgm:pt>
    <dgm:pt modelId="{457F13B2-6C25-4457-894F-A28B4FAF8FEA}">
      <dgm:prSet/>
      <dgm:spPr/>
      <dgm:t>
        <a:bodyPr/>
        <a:lstStyle/>
        <a:p>
          <a:r>
            <a:rPr lang="en-US"/>
            <a:t>Blocked / Alternate Port:</a:t>
          </a:r>
        </a:p>
      </dgm:t>
    </dgm:pt>
    <dgm:pt modelId="{5E38A397-EF84-4C1E-8631-7916924E25FC}" type="parTrans" cxnId="{841F4F62-744D-4561-A5E1-9880F2E60416}">
      <dgm:prSet/>
      <dgm:spPr/>
      <dgm:t>
        <a:bodyPr/>
        <a:lstStyle/>
        <a:p>
          <a:endParaRPr lang="en-US"/>
        </a:p>
      </dgm:t>
    </dgm:pt>
    <dgm:pt modelId="{76281389-6CF6-4254-B31F-4B75993004A0}" type="sibTrans" cxnId="{841F4F62-744D-4561-A5E1-9880F2E60416}">
      <dgm:prSet/>
      <dgm:spPr/>
      <dgm:t>
        <a:bodyPr/>
        <a:lstStyle/>
        <a:p>
          <a:endParaRPr lang="en-US"/>
        </a:p>
      </dgm:t>
    </dgm:pt>
    <dgm:pt modelId="{DF4159AB-CA79-4A94-BA63-0B63B973EC0A}">
      <dgm:prSet/>
      <dgm:spPr/>
      <dgm:t>
        <a:bodyPr/>
        <a:lstStyle/>
        <a:p>
          <a:r>
            <a:rPr lang="en-US"/>
            <a:t>Prevents loops</a:t>
          </a:r>
        </a:p>
      </dgm:t>
    </dgm:pt>
    <dgm:pt modelId="{AAC702DB-A612-41DA-B881-595DDE6DD851}" type="parTrans" cxnId="{D7DF6553-7D25-4E90-8902-BC2AD1EE0564}">
      <dgm:prSet/>
      <dgm:spPr/>
      <dgm:t>
        <a:bodyPr/>
        <a:lstStyle/>
        <a:p>
          <a:endParaRPr lang="en-US"/>
        </a:p>
      </dgm:t>
    </dgm:pt>
    <dgm:pt modelId="{FC20851D-842F-4779-B50E-53D9E2B21DE7}" type="sibTrans" cxnId="{D7DF6553-7D25-4E90-8902-BC2AD1EE0564}">
      <dgm:prSet/>
      <dgm:spPr/>
      <dgm:t>
        <a:bodyPr/>
        <a:lstStyle/>
        <a:p>
          <a:endParaRPr lang="en-US"/>
        </a:p>
      </dgm:t>
    </dgm:pt>
    <dgm:pt modelId="{47DEBFA9-6548-4748-AB54-87F9EDA0869D}">
      <dgm:prSet/>
      <dgm:spPr/>
      <dgm:t>
        <a:bodyPr/>
        <a:lstStyle/>
        <a:p>
          <a:r>
            <a:rPr lang="en-US"/>
            <a:t>Does not forward traffic</a:t>
          </a:r>
        </a:p>
      </dgm:t>
    </dgm:pt>
    <dgm:pt modelId="{C7018E72-5F2F-4560-B4AE-3C58BC157810}" type="parTrans" cxnId="{719A88DD-A390-4BD8-865A-EF4C11154B3A}">
      <dgm:prSet/>
      <dgm:spPr/>
      <dgm:t>
        <a:bodyPr/>
        <a:lstStyle/>
        <a:p>
          <a:endParaRPr lang="en-US"/>
        </a:p>
      </dgm:t>
    </dgm:pt>
    <dgm:pt modelId="{0EA91204-BD01-46EE-A424-CCE39612703B}" type="sibTrans" cxnId="{719A88DD-A390-4BD8-865A-EF4C11154B3A}">
      <dgm:prSet/>
      <dgm:spPr/>
      <dgm:t>
        <a:bodyPr/>
        <a:lstStyle/>
        <a:p>
          <a:endParaRPr lang="en-US"/>
        </a:p>
      </dgm:t>
    </dgm:pt>
    <dgm:pt modelId="{00B753B9-F563-41A5-A0BE-0A4E2E81FF38}" type="pres">
      <dgm:prSet presAssocID="{31EB5C0B-86C7-4B93-86C4-757165C7033B}" presName="linear" presStyleCnt="0">
        <dgm:presLayoutVars>
          <dgm:dir/>
          <dgm:animLvl val="lvl"/>
          <dgm:resizeHandles val="exact"/>
        </dgm:presLayoutVars>
      </dgm:prSet>
      <dgm:spPr/>
    </dgm:pt>
    <dgm:pt modelId="{D3CDEBA4-7676-4DC0-87EF-D5A11E7CD820}" type="pres">
      <dgm:prSet presAssocID="{9D4206B1-A4C7-467C-B2C6-7F8515F3E78E}" presName="parentLin" presStyleCnt="0"/>
      <dgm:spPr/>
    </dgm:pt>
    <dgm:pt modelId="{050BFFC6-DCEB-4DF8-9885-39F3CBDC772B}" type="pres">
      <dgm:prSet presAssocID="{9D4206B1-A4C7-467C-B2C6-7F8515F3E78E}" presName="parentLeftMargin" presStyleLbl="node1" presStyleIdx="0" presStyleCnt="3"/>
      <dgm:spPr/>
    </dgm:pt>
    <dgm:pt modelId="{0A217E8F-6D17-414A-AB91-5F2824FEF6E8}" type="pres">
      <dgm:prSet presAssocID="{9D4206B1-A4C7-467C-B2C6-7F8515F3E78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D44763-1ADF-4A82-9EDC-F71093B92A71}" type="pres">
      <dgm:prSet presAssocID="{9D4206B1-A4C7-467C-B2C6-7F8515F3E78E}" presName="negativeSpace" presStyleCnt="0"/>
      <dgm:spPr/>
    </dgm:pt>
    <dgm:pt modelId="{E5FF7E26-9D53-487B-B3E1-B24C5171727D}" type="pres">
      <dgm:prSet presAssocID="{9D4206B1-A4C7-467C-B2C6-7F8515F3E78E}" presName="childText" presStyleLbl="conFgAcc1" presStyleIdx="0" presStyleCnt="3">
        <dgm:presLayoutVars>
          <dgm:bulletEnabled val="1"/>
        </dgm:presLayoutVars>
      </dgm:prSet>
      <dgm:spPr/>
    </dgm:pt>
    <dgm:pt modelId="{CC2F1F6F-F0BD-45AC-8B6F-FEFB34B371AE}" type="pres">
      <dgm:prSet presAssocID="{C6D6898F-19CA-40FD-A00C-FC1E3A0CE345}" presName="spaceBetweenRectangles" presStyleCnt="0"/>
      <dgm:spPr/>
    </dgm:pt>
    <dgm:pt modelId="{0DD468CC-D1EF-4076-938C-40AC85CC7062}" type="pres">
      <dgm:prSet presAssocID="{D283CACD-E1A9-4CFD-BDE1-162A9833B5DA}" presName="parentLin" presStyleCnt="0"/>
      <dgm:spPr/>
    </dgm:pt>
    <dgm:pt modelId="{2FE2A807-AA8B-42A5-8246-134C131B5CE9}" type="pres">
      <dgm:prSet presAssocID="{D283CACD-E1A9-4CFD-BDE1-162A9833B5DA}" presName="parentLeftMargin" presStyleLbl="node1" presStyleIdx="0" presStyleCnt="3"/>
      <dgm:spPr/>
    </dgm:pt>
    <dgm:pt modelId="{AD3481B0-3C2A-49E7-B481-3B9E33691B4F}" type="pres">
      <dgm:prSet presAssocID="{D283CACD-E1A9-4CFD-BDE1-162A9833B5D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C487E27-CDF0-4338-A281-B2988631B23A}" type="pres">
      <dgm:prSet presAssocID="{D283CACD-E1A9-4CFD-BDE1-162A9833B5DA}" presName="negativeSpace" presStyleCnt="0"/>
      <dgm:spPr/>
    </dgm:pt>
    <dgm:pt modelId="{D9336AEC-8377-4367-A094-6F980E61536C}" type="pres">
      <dgm:prSet presAssocID="{D283CACD-E1A9-4CFD-BDE1-162A9833B5DA}" presName="childText" presStyleLbl="conFgAcc1" presStyleIdx="1" presStyleCnt="3">
        <dgm:presLayoutVars>
          <dgm:bulletEnabled val="1"/>
        </dgm:presLayoutVars>
      </dgm:prSet>
      <dgm:spPr/>
    </dgm:pt>
    <dgm:pt modelId="{CFF18A41-4123-4945-873F-EDE5EBBC765A}" type="pres">
      <dgm:prSet presAssocID="{BB27EACE-709C-42A1-90C9-F8B1952224AC}" presName="spaceBetweenRectangles" presStyleCnt="0"/>
      <dgm:spPr/>
    </dgm:pt>
    <dgm:pt modelId="{648C6519-E896-4A04-91B4-138447FB0A38}" type="pres">
      <dgm:prSet presAssocID="{457F13B2-6C25-4457-894F-A28B4FAF8FEA}" presName="parentLin" presStyleCnt="0"/>
      <dgm:spPr/>
    </dgm:pt>
    <dgm:pt modelId="{415F49BE-6436-4E31-B3EF-1D39848A31FD}" type="pres">
      <dgm:prSet presAssocID="{457F13B2-6C25-4457-894F-A28B4FAF8FEA}" presName="parentLeftMargin" presStyleLbl="node1" presStyleIdx="1" presStyleCnt="3"/>
      <dgm:spPr/>
    </dgm:pt>
    <dgm:pt modelId="{A2A66AE0-B989-4877-8963-1495B6D1AE59}" type="pres">
      <dgm:prSet presAssocID="{457F13B2-6C25-4457-894F-A28B4FAF8FE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DF998FB-4B14-4CD4-8D0F-CE3C4A82426E}" type="pres">
      <dgm:prSet presAssocID="{457F13B2-6C25-4457-894F-A28B4FAF8FEA}" presName="negativeSpace" presStyleCnt="0"/>
      <dgm:spPr/>
    </dgm:pt>
    <dgm:pt modelId="{D48F6DE3-9F48-46E1-8225-D26BC33D220F}" type="pres">
      <dgm:prSet presAssocID="{457F13B2-6C25-4457-894F-A28B4FAF8FE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EA6BD05-B69B-4895-95F0-7E45010A9DFD}" type="presOf" srcId="{4CDC0467-5147-4371-9BCB-87B8C68C212F}" destId="{D9336AEC-8377-4367-A094-6F980E61536C}" srcOrd="0" destOrd="0" presId="urn:microsoft.com/office/officeart/2005/8/layout/list1"/>
    <dgm:cxn modelId="{70A3AC0B-A863-4716-A745-58C5887467F2}" type="presOf" srcId="{31EB5C0B-86C7-4B93-86C4-757165C7033B}" destId="{00B753B9-F563-41A5-A0BE-0A4E2E81FF38}" srcOrd="0" destOrd="0" presId="urn:microsoft.com/office/officeart/2005/8/layout/list1"/>
    <dgm:cxn modelId="{20F25C0D-C6F8-4AFB-A1C0-097F900929C1}" type="presOf" srcId="{2A8F1444-7154-4B8D-BA29-E8D5F9A112A6}" destId="{D9336AEC-8377-4367-A094-6F980E61536C}" srcOrd="0" destOrd="1" presId="urn:microsoft.com/office/officeart/2005/8/layout/list1"/>
    <dgm:cxn modelId="{DFE6E21B-C66A-4A92-9924-0F6856AC9696}" type="presOf" srcId="{DF4159AB-CA79-4A94-BA63-0B63B973EC0A}" destId="{D48F6DE3-9F48-46E1-8225-D26BC33D220F}" srcOrd="0" destOrd="0" presId="urn:microsoft.com/office/officeart/2005/8/layout/list1"/>
    <dgm:cxn modelId="{8F9B8421-6DE7-4385-9EFF-7675A8D03E2F}" type="presOf" srcId="{D283CACD-E1A9-4CFD-BDE1-162A9833B5DA}" destId="{AD3481B0-3C2A-49E7-B481-3B9E33691B4F}" srcOrd="1" destOrd="0" presId="urn:microsoft.com/office/officeart/2005/8/layout/list1"/>
    <dgm:cxn modelId="{07BD5228-7814-4614-BC77-8531103221E4}" type="presOf" srcId="{D283CACD-E1A9-4CFD-BDE1-162A9833B5DA}" destId="{2FE2A807-AA8B-42A5-8246-134C131B5CE9}" srcOrd="0" destOrd="0" presId="urn:microsoft.com/office/officeart/2005/8/layout/list1"/>
    <dgm:cxn modelId="{4D36062A-9597-4008-8D57-091C74F86118}" type="presOf" srcId="{72085F45-5067-457A-857D-5BD1B8FE0EA6}" destId="{E5FF7E26-9D53-487B-B3E1-B24C5171727D}" srcOrd="0" destOrd="1" presId="urn:microsoft.com/office/officeart/2005/8/layout/list1"/>
    <dgm:cxn modelId="{6DA50C2C-16C3-40D8-AF13-F935B18F3729}" type="presOf" srcId="{457F13B2-6C25-4457-894F-A28B4FAF8FEA}" destId="{415F49BE-6436-4E31-B3EF-1D39848A31FD}" srcOrd="0" destOrd="0" presId="urn:microsoft.com/office/officeart/2005/8/layout/list1"/>
    <dgm:cxn modelId="{841F4F62-744D-4561-A5E1-9880F2E60416}" srcId="{31EB5C0B-86C7-4B93-86C4-757165C7033B}" destId="{457F13B2-6C25-4457-894F-A28B4FAF8FEA}" srcOrd="2" destOrd="0" parTransId="{5E38A397-EF84-4C1E-8631-7916924E25FC}" sibTransId="{76281389-6CF6-4254-B31F-4B75993004A0}"/>
    <dgm:cxn modelId="{8B675664-EE33-4ED9-9FB3-D1CFD6D5E9EE}" type="presOf" srcId="{9D4206B1-A4C7-467C-B2C6-7F8515F3E78E}" destId="{050BFFC6-DCEB-4DF8-9885-39F3CBDC772B}" srcOrd="0" destOrd="0" presId="urn:microsoft.com/office/officeart/2005/8/layout/list1"/>
    <dgm:cxn modelId="{D7DF6553-7D25-4E90-8902-BC2AD1EE0564}" srcId="{457F13B2-6C25-4457-894F-A28B4FAF8FEA}" destId="{DF4159AB-CA79-4A94-BA63-0B63B973EC0A}" srcOrd="0" destOrd="0" parTransId="{AAC702DB-A612-41DA-B881-595DDE6DD851}" sibTransId="{FC20851D-842F-4779-B50E-53D9E2B21DE7}"/>
    <dgm:cxn modelId="{DC399076-A961-4464-8EC3-39B3DA112799}" type="presOf" srcId="{E4445722-5BC1-4581-8626-052942847CCE}" destId="{E5FF7E26-9D53-487B-B3E1-B24C5171727D}" srcOrd="0" destOrd="0" presId="urn:microsoft.com/office/officeart/2005/8/layout/list1"/>
    <dgm:cxn modelId="{09287B91-B28A-4500-9ACD-D3B6A798C887}" srcId="{31EB5C0B-86C7-4B93-86C4-757165C7033B}" destId="{9D4206B1-A4C7-467C-B2C6-7F8515F3E78E}" srcOrd="0" destOrd="0" parTransId="{83F15B33-17DD-49E2-8874-950384B66562}" sibTransId="{C6D6898F-19CA-40FD-A00C-FC1E3A0CE345}"/>
    <dgm:cxn modelId="{734D21A2-C2DD-4633-8650-E21D4E4933BD}" srcId="{9D4206B1-A4C7-467C-B2C6-7F8515F3E78E}" destId="{E4445722-5BC1-4581-8626-052942847CCE}" srcOrd="0" destOrd="0" parTransId="{D269A7F0-5760-42CF-B4E9-756C1B05B006}" sibTransId="{E3E39939-B5D3-4ADA-B972-226C0E0D83A4}"/>
    <dgm:cxn modelId="{5D75BCB1-024F-4DD6-8093-6C7EE555DA21}" srcId="{D283CACD-E1A9-4CFD-BDE1-162A9833B5DA}" destId="{2A8F1444-7154-4B8D-BA29-E8D5F9A112A6}" srcOrd="1" destOrd="0" parTransId="{D98B1142-C0FC-4E34-8EC7-F3BEFB622212}" sibTransId="{6E5F34CD-4623-4E66-A97F-976BC1C2B131}"/>
    <dgm:cxn modelId="{595B0DC5-23A1-43C9-986D-E040CB427E48}" srcId="{9D4206B1-A4C7-467C-B2C6-7F8515F3E78E}" destId="{72085F45-5067-457A-857D-5BD1B8FE0EA6}" srcOrd="1" destOrd="0" parTransId="{29B66726-FCB1-4FC3-9D69-03844A1CDB33}" sibTransId="{6348C9AA-008B-4A02-9E8E-D4664608E155}"/>
    <dgm:cxn modelId="{21C1C5CC-CF15-4FB1-B9E2-565A1267AD58}" type="presOf" srcId="{47DEBFA9-6548-4748-AB54-87F9EDA0869D}" destId="{D48F6DE3-9F48-46E1-8225-D26BC33D220F}" srcOrd="0" destOrd="1" presId="urn:microsoft.com/office/officeart/2005/8/layout/list1"/>
    <dgm:cxn modelId="{6BE5C3DC-9A73-4C9C-8332-B02B47210CFD}" srcId="{31EB5C0B-86C7-4B93-86C4-757165C7033B}" destId="{D283CACD-E1A9-4CFD-BDE1-162A9833B5DA}" srcOrd="1" destOrd="0" parTransId="{5BBF52BE-DAA9-4FEC-95E0-808F0622FFB2}" sibTransId="{BB27EACE-709C-42A1-90C9-F8B1952224AC}"/>
    <dgm:cxn modelId="{719A88DD-A390-4BD8-865A-EF4C11154B3A}" srcId="{457F13B2-6C25-4457-894F-A28B4FAF8FEA}" destId="{47DEBFA9-6548-4748-AB54-87F9EDA0869D}" srcOrd="1" destOrd="0" parTransId="{C7018E72-5F2F-4560-B4AE-3C58BC157810}" sibTransId="{0EA91204-BD01-46EE-A424-CCE39612703B}"/>
    <dgm:cxn modelId="{E18628E0-CE29-4853-8D94-5153DF34E4FF}" type="presOf" srcId="{457F13B2-6C25-4457-894F-A28B4FAF8FEA}" destId="{A2A66AE0-B989-4877-8963-1495B6D1AE59}" srcOrd="1" destOrd="0" presId="urn:microsoft.com/office/officeart/2005/8/layout/list1"/>
    <dgm:cxn modelId="{AB0533E3-ADEA-4B14-935E-056E0EDECB63}" srcId="{D283CACD-E1A9-4CFD-BDE1-162A9833B5DA}" destId="{4CDC0467-5147-4371-9BCB-87B8C68C212F}" srcOrd="0" destOrd="0" parTransId="{C73F4F48-B543-4BDD-87D4-0A35DBDA2C25}" sibTransId="{F734BD43-B4A7-4AAD-A160-771CBA6FFFBD}"/>
    <dgm:cxn modelId="{3D9E69FB-4BA6-4E15-B025-E7FBF977D202}" type="presOf" srcId="{9D4206B1-A4C7-467C-B2C6-7F8515F3E78E}" destId="{0A217E8F-6D17-414A-AB91-5F2824FEF6E8}" srcOrd="1" destOrd="0" presId="urn:microsoft.com/office/officeart/2005/8/layout/list1"/>
    <dgm:cxn modelId="{36704B85-42E7-46BE-BE35-CA352EB24385}" type="presParOf" srcId="{00B753B9-F563-41A5-A0BE-0A4E2E81FF38}" destId="{D3CDEBA4-7676-4DC0-87EF-D5A11E7CD820}" srcOrd="0" destOrd="0" presId="urn:microsoft.com/office/officeart/2005/8/layout/list1"/>
    <dgm:cxn modelId="{C35D2ABE-94A0-4EA9-A40A-8EF93437E40F}" type="presParOf" srcId="{D3CDEBA4-7676-4DC0-87EF-D5A11E7CD820}" destId="{050BFFC6-DCEB-4DF8-9885-39F3CBDC772B}" srcOrd="0" destOrd="0" presId="urn:microsoft.com/office/officeart/2005/8/layout/list1"/>
    <dgm:cxn modelId="{04198A7A-8481-4DF3-8996-19149EC87A27}" type="presParOf" srcId="{D3CDEBA4-7676-4DC0-87EF-D5A11E7CD820}" destId="{0A217E8F-6D17-414A-AB91-5F2824FEF6E8}" srcOrd="1" destOrd="0" presId="urn:microsoft.com/office/officeart/2005/8/layout/list1"/>
    <dgm:cxn modelId="{C66088D9-1421-4840-93F4-AFF978BC472B}" type="presParOf" srcId="{00B753B9-F563-41A5-A0BE-0A4E2E81FF38}" destId="{6DD44763-1ADF-4A82-9EDC-F71093B92A71}" srcOrd="1" destOrd="0" presId="urn:microsoft.com/office/officeart/2005/8/layout/list1"/>
    <dgm:cxn modelId="{5ACD8563-513F-4E00-AF1E-B982C72516D6}" type="presParOf" srcId="{00B753B9-F563-41A5-A0BE-0A4E2E81FF38}" destId="{E5FF7E26-9D53-487B-B3E1-B24C5171727D}" srcOrd="2" destOrd="0" presId="urn:microsoft.com/office/officeart/2005/8/layout/list1"/>
    <dgm:cxn modelId="{7C80B63E-0935-42AC-B6AB-DDABF903F656}" type="presParOf" srcId="{00B753B9-F563-41A5-A0BE-0A4E2E81FF38}" destId="{CC2F1F6F-F0BD-45AC-8B6F-FEFB34B371AE}" srcOrd="3" destOrd="0" presId="urn:microsoft.com/office/officeart/2005/8/layout/list1"/>
    <dgm:cxn modelId="{2020A1A7-A368-4FF8-96FC-9D79A60E2C05}" type="presParOf" srcId="{00B753B9-F563-41A5-A0BE-0A4E2E81FF38}" destId="{0DD468CC-D1EF-4076-938C-40AC85CC7062}" srcOrd="4" destOrd="0" presId="urn:microsoft.com/office/officeart/2005/8/layout/list1"/>
    <dgm:cxn modelId="{66B0B696-4143-4386-9AFD-A73B89BA3B74}" type="presParOf" srcId="{0DD468CC-D1EF-4076-938C-40AC85CC7062}" destId="{2FE2A807-AA8B-42A5-8246-134C131B5CE9}" srcOrd="0" destOrd="0" presId="urn:microsoft.com/office/officeart/2005/8/layout/list1"/>
    <dgm:cxn modelId="{D0195BE7-83CE-45F3-883D-C8E6A5C426FE}" type="presParOf" srcId="{0DD468CC-D1EF-4076-938C-40AC85CC7062}" destId="{AD3481B0-3C2A-49E7-B481-3B9E33691B4F}" srcOrd="1" destOrd="0" presId="urn:microsoft.com/office/officeart/2005/8/layout/list1"/>
    <dgm:cxn modelId="{BB87E990-5054-4646-BE4D-A1E60F512315}" type="presParOf" srcId="{00B753B9-F563-41A5-A0BE-0A4E2E81FF38}" destId="{CC487E27-CDF0-4338-A281-B2988631B23A}" srcOrd="5" destOrd="0" presId="urn:microsoft.com/office/officeart/2005/8/layout/list1"/>
    <dgm:cxn modelId="{F4421802-C2A9-4D9C-86F7-15470437F92A}" type="presParOf" srcId="{00B753B9-F563-41A5-A0BE-0A4E2E81FF38}" destId="{D9336AEC-8377-4367-A094-6F980E61536C}" srcOrd="6" destOrd="0" presId="urn:microsoft.com/office/officeart/2005/8/layout/list1"/>
    <dgm:cxn modelId="{F5BE0D4B-03B7-467B-8904-FE8AECD95ED6}" type="presParOf" srcId="{00B753B9-F563-41A5-A0BE-0A4E2E81FF38}" destId="{CFF18A41-4123-4945-873F-EDE5EBBC765A}" srcOrd="7" destOrd="0" presId="urn:microsoft.com/office/officeart/2005/8/layout/list1"/>
    <dgm:cxn modelId="{8DF59A39-A684-40C4-95A6-9D90F407B920}" type="presParOf" srcId="{00B753B9-F563-41A5-A0BE-0A4E2E81FF38}" destId="{648C6519-E896-4A04-91B4-138447FB0A38}" srcOrd="8" destOrd="0" presId="urn:microsoft.com/office/officeart/2005/8/layout/list1"/>
    <dgm:cxn modelId="{6DD64420-1D6D-4168-A91F-2FABCA226114}" type="presParOf" srcId="{648C6519-E896-4A04-91B4-138447FB0A38}" destId="{415F49BE-6436-4E31-B3EF-1D39848A31FD}" srcOrd="0" destOrd="0" presId="urn:microsoft.com/office/officeart/2005/8/layout/list1"/>
    <dgm:cxn modelId="{3ECCE176-9B46-4C7B-AC92-9918E4A6F52A}" type="presParOf" srcId="{648C6519-E896-4A04-91B4-138447FB0A38}" destId="{A2A66AE0-B989-4877-8963-1495B6D1AE59}" srcOrd="1" destOrd="0" presId="urn:microsoft.com/office/officeart/2005/8/layout/list1"/>
    <dgm:cxn modelId="{1B69F780-B5A0-4184-A128-F95F4A1A80E3}" type="presParOf" srcId="{00B753B9-F563-41A5-A0BE-0A4E2E81FF38}" destId="{9DF998FB-4B14-4CD4-8D0F-CE3C4A82426E}" srcOrd="9" destOrd="0" presId="urn:microsoft.com/office/officeart/2005/8/layout/list1"/>
    <dgm:cxn modelId="{C030D4F8-E1DB-438C-9037-7B6E73748DB9}" type="presParOf" srcId="{00B753B9-F563-41A5-A0BE-0A4E2E81FF38}" destId="{D48F6DE3-9F48-46E1-8225-D26BC33D220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9224E2E-EFC0-4C33-BCFE-D7F553E4683A}" type="doc">
      <dgm:prSet loTypeId="urn:microsoft.com/office/officeart/2005/8/layout/vList5" loCatId="list" qsTypeId="urn:microsoft.com/office/officeart/2005/8/quickstyle/simple5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2A287B4B-A046-4C18-895E-8EECCF36DB10}">
      <dgm:prSet/>
      <dgm:spPr/>
      <dgm:t>
        <a:bodyPr/>
        <a:lstStyle/>
        <a:p>
          <a:r>
            <a:rPr lang="en-US" dirty="0"/>
            <a:t>STP chooses paths based on cost</a:t>
          </a:r>
        </a:p>
      </dgm:t>
    </dgm:pt>
    <dgm:pt modelId="{3D1FBBDB-7F04-471B-A352-396602D5FFD6}" type="parTrans" cxnId="{D54857A0-3E38-476A-81A3-E844BE21085F}">
      <dgm:prSet/>
      <dgm:spPr/>
      <dgm:t>
        <a:bodyPr/>
        <a:lstStyle/>
        <a:p>
          <a:endParaRPr lang="en-US"/>
        </a:p>
      </dgm:t>
    </dgm:pt>
    <dgm:pt modelId="{8B390858-60F5-4192-88FB-8C2185A4F398}" type="sibTrans" cxnId="{D54857A0-3E38-476A-81A3-E844BE21085F}">
      <dgm:prSet/>
      <dgm:spPr/>
      <dgm:t>
        <a:bodyPr/>
        <a:lstStyle/>
        <a:p>
          <a:endParaRPr lang="en-US"/>
        </a:p>
      </dgm:t>
    </dgm:pt>
    <dgm:pt modelId="{3D33DB24-B728-408D-9288-01D8DBFFBFC3}">
      <dgm:prSet/>
      <dgm:spPr/>
      <dgm:t>
        <a:bodyPr/>
        <a:lstStyle/>
        <a:p>
          <a:r>
            <a:rPr lang="en-US"/>
            <a:t>Cost depends on link speed</a:t>
          </a:r>
        </a:p>
      </dgm:t>
    </dgm:pt>
    <dgm:pt modelId="{63AE49A4-6DDE-4778-8221-C8A969E53211}" type="parTrans" cxnId="{468B4C18-E4FF-4A99-B9F9-A01C33675C86}">
      <dgm:prSet/>
      <dgm:spPr/>
      <dgm:t>
        <a:bodyPr/>
        <a:lstStyle/>
        <a:p>
          <a:endParaRPr lang="en-US"/>
        </a:p>
      </dgm:t>
    </dgm:pt>
    <dgm:pt modelId="{81409504-367F-4C6E-8E80-135DF4B7354A}" type="sibTrans" cxnId="{468B4C18-E4FF-4A99-B9F9-A01C33675C86}">
      <dgm:prSet/>
      <dgm:spPr/>
      <dgm:t>
        <a:bodyPr/>
        <a:lstStyle/>
        <a:p>
          <a:endParaRPr lang="en-US"/>
        </a:p>
      </dgm:t>
    </dgm:pt>
    <dgm:pt modelId="{6A32D344-7B31-4444-8E50-0E5A7567354D}">
      <dgm:prSet/>
      <dgm:spPr/>
      <dgm:t>
        <a:bodyPr/>
        <a:lstStyle/>
        <a:p>
          <a:r>
            <a:rPr lang="en-US"/>
            <a:t>Lower total cost = preferred path</a:t>
          </a:r>
        </a:p>
      </dgm:t>
    </dgm:pt>
    <dgm:pt modelId="{4A2A5114-4672-4410-8B04-76360CC7990C}" type="parTrans" cxnId="{D3FE832E-01BA-493A-B386-B17325BCF332}">
      <dgm:prSet/>
      <dgm:spPr/>
      <dgm:t>
        <a:bodyPr/>
        <a:lstStyle/>
        <a:p>
          <a:endParaRPr lang="en-US"/>
        </a:p>
      </dgm:t>
    </dgm:pt>
    <dgm:pt modelId="{02D86FE7-23E1-4EBE-8E8E-DEEE78C8F36B}" type="sibTrans" cxnId="{D3FE832E-01BA-493A-B386-B17325BCF332}">
      <dgm:prSet/>
      <dgm:spPr/>
      <dgm:t>
        <a:bodyPr/>
        <a:lstStyle/>
        <a:p>
          <a:endParaRPr lang="en-US"/>
        </a:p>
      </dgm:t>
    </dgm:pt>
    <dgm:pt modelId="{ED499EC5-85E4-4FAE-B9BE-17B6706A1AF4}" type="pres">
      <dgm:prSet presAssocID="{49224E2E-EFC0-4C33-BCFE-D7F553E4683A}" presName="Name0" presStyleCnt="0">
        <dgm:presLayoutVars>
          <dgm:dir/>
          <dgm:animLvl val="lvl"/>
          <dgm:resizeHandles val="exact"/>
        </dgm:presLayoutVars>
      </dgm:prSet>
      <dgm:spPr/>
    </dgm:pt>
    <dgm:pt modelId="{F733499A-B467-4B21-96A7-94B63AA21E06}" type="pres">
      <dgm:prSet presAssocID="{2A287B4B-A046-4C18-895E-8EECCF36DB10}" presName="linNode" presStyleCnt="0"/>
      <dgm:spPr/>
    </dgm:pt>
    <dgm:pt modelId="{35C97D4D-DF20-4FC9-AF82-1CCEC4F04A3F}" type="pres">
      <dgm:prSet presAssocID="{2A287B4B-A046-4C18-895E-8EECCF36DB1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079D07A-282E-4CAA-BF73-2A886605EE17}" type="pres">
      <dgm:prSet presAssocID="{8B390858-60F5-4192-88FB-8C2185A4F398}" presName="sp" presStyleCnt="0"/>
      <dgm:spPr/>
    </dgm:pt>
    <dgm:pt modelId="{EBDC4CDB-89F6-43AA-9BD3-05654FE67987}" type="pres">
      <dgm:prSet presAssocID="{3D33DB24-B728-408D-9288-01D8DBFFBFC3}" presName="linNode" presStyleCnt="0"/>
      <dgm:spPr/>
    </dgm:pt>
    <dgm:pt modelId="{0FC92B41-868A-4300-8CC0-2341E63892AD}" type="pres">
      <dgm:prSet presAssocID="{3D33DB24-B728-408D-9288-01D8DBFFBFC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7EE25AE-A6B2-43F4-AEE4-B9722D3E6B07}" type="pres">
      <dgm:prSet presAssocID="{81409504-367F-4C6E-8E80-135DF4B7354A}" presName="sp" presStyleCnt="0"/>
      <dgm:spPr/>
    </dgm:pt>
    <dgm:pt modelId="{73B1D6CE-AEDD-47CF-A385-876020ED6D98}" type="pres">
      <dgm:prSet presAssocID="{6A32D344-7B31-4444-8E50-0E5A7567354D}" presName="linNode" presStyleCnt="0"/>
      <dgm:spPr/>
    </dgm:pt>
    <dgm:pt modelId="{87A2BF9C-29B1-425B-9EC7-46DD6E939F9F}" type="pres">
      <dgm:prSet presAssocID="{6A32D344-7B31-4444-8E50-0E5A7567354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468B4C18-E4FF-4A99-B9F9-A01C33675C86}" srcId="{49224E2E-EFC0-4C33-BCFE-D7F553E4683A}" destId="{3D33DB24-B728-408D-9288-01D8DBFFBFC3}" srcOrd="1" destOrd="0" parTransId="{63AE49A4-6DDE-4778-8221-C8A969E53211}" sibTransId="{81409504-367F-4C6E-8E80-135DF4B7354A}"/>
    <dgm:cxn modelId="{D3FE832E-01BA-493A-B386-B17325BCF332}" srcId="{49224E2E-EFC0-4C33-BCFE-D7F553E4683A}" destId="{6A32D344-7B31-4444-8E50-0E5A7567354D}" srcOrd="2" destOrd="0" parTransId="{4A2A5114-4672-4410-8B04-76360CC7990C}" sibTransId="{02D86FE7-23E1-4EBE-8E8E-DEEE78C8F36B}"/>
    <dgm:cxn modelId="{D301BF56-DF5A-4EBA-B053-BC72FE00CBAB}" type="presOf" srcId="{6A32D344-7B31-4444-8E50-0E5A7567354D}" destId="{87A2BF9C-29B1-425B-9EC7-46DD6E939F9F}" srcOrd="0" destOrd="0" presId="urn:microsoft.com/office/officeart/2005/8/layout/vList5"/>
    <dgm:cxn modelId="{DAE4DC78-A2D8-466A-8897-A8A659B14403}" type="presOf" srcId="{3D33DB24-B728-408D-9288-01D8DBFFBFC3}" destId="{0FC92B41-868A-4300-8CC0-2341E63892AD}" srcOrd="0" destOrd="0" presId="urn:microsoft.com/office/officeart/2005/8/layout/vList5"/>
    <dgm:cxn modelId="{19905F89-2D44-4602-AC4F-A90EC038F7E3}" type="presOf" srcId="{49224E2E-EFC0-4C33-BCFE-D7F553E4683A}" destId="{ED499EC5-85E4-4FAE-B9BE-17B6706A1AF4}" srcOrd="0" destOrd="0" presId="urn:microsoft.com/office/officeart/2005/8/layout/vList5"/>
    <dgm:cxn modelId="{B0891B9A-0204-4759-89F5-AC8BD354B27B}" type="presOf" srcId="{2A287B4B-A046-4C18-895E-8EECCF36DB10}" destId="{35C97D4D-DF20-4FC9-AF82-1CCEC4F04A3F}" srcOrd="0" destOrd="0" presId="urn:microsoft.com/office/officeart/2005/8/layout/vList5"/>
    <dgm:cxn modelId="{D54857A0-3E38-476A-81A3-E844BE21085F}" srcId="{49224E2E-EFC0-4C33-BCFE-D7F553E4683A}" destId="{2A287B4B-A046-4C18-895E-8EECCF36DB10}" srcOrd="0" destOrd="0" parTransId="{3D1FBBDB-7F04-471B-A352-396602D5FFD6}" sibTransId="{8B390858-60F5-4192-88FB-8C2185A4F398}"/>
    <dgm:cxn modelId="{EC23E3E6-A6BE-412F-9C8E-0924FEDA1BDB}" type="presParOf" srcId="{ED499EC5-85E4-4FAE-B9BE-17B6706A1AF4}" destId="{F733499A-B467-4B21-96A7-94B63AA21E06}" srcOrd="0" destOrd="0" presId="urn:microsoft.com/office/officeart/2005/8/layout/vList5"/>
    <dgm:cxn modelId="{375CA498-F30E-4E09-861D-A1205DAD2009}" type="presParOf" srcId="{F733499A-B467-4B21-96A7-94B63AA21E06}" destId="{35C97D4D-DF20-4FC9-AF82-1CCEC4F04A3F}" srcOrd="0" destOrd="0" presId="urn:microsoft.com/office/officeart/2005/8/layout/vList5"/>
    <dgm:cxn modelId="{4E27B780-A814-4B68-8620-555CF2DBC072}" type="presParOf" srcId="{ED499EC5-85E4-4FAE-B9BE-17B6706A1AF4}" destId="{1079D07A-282E-4CAA-BF73-2A886605EE17}" srcOrd="1" destOrd="0" presId="urn:microsoft.com/office/officeart/2005/8/layout/vList5"/>
    <dgm:cxn modelId="{083EE4D3-2DDC-4844-93BA-A4740EABFD06}" type="presParOf" srcId="{ED499EC5-85E4-4FAE-B9BE-17B6706A1AF4}" destId="{EBDC4CDB-89F6-43AA-9BD3-05654FE67987}" srcOrd="2" destOrd="0" presId="urn:microsoft.com/office/officeart/2005/8/layout/vList5"/>
    <dgm:cxn modelId="{BE521339-6BF6-4DA9-BE69-E4F891CB43DF}" type="presParOf" srcId="{EBDC4CDB-89F6-43AA-9BD3-05654FE67987}" destId="{0FC92B41-868A-4300-8CC0-2341E63892AD}" srcOrd="0" destOrd="0" presId="urn:microsoft.com/office/officeart/2005/8/layout/vList5"/>
    <dgm:cxn modelId="{249FE967-37FA-4B60-9DEA-13D80F493044}" type="presParOf" srcId="{ED499EC5-85E4-4FAE-B9BE-17B6706A1AF4}" destId="{E7EE25AE-A6B2-43F4-AEE4-B9722D3E6B07}" srcOrd="3" destOrd="0" presId="urn:microsoft.com/office/officeart/2005/8/layout/vList5"/>
    <dgm:cxn modelId="{4505A0A6-A952-4B59-BAC5-D955838B3323}" type="presParOf" srcId="{ED499EC5-85E4-4FAE-B9BE-17B6706A1AF4}" destId="{73B1D6CE-AEDD-47CF-A385-876020ED6D98}" srcOrd="4" destOrd="0" presId="urn:microsoft.com/office/officeart/2005/8/layout/vList5"/>
    <dgm:cxn modelId="{44848957-7A08-4206-B9E8-9971C6D21F8A}" type="presParOf" srcId="{73B1D6CE-AEDD-47CF-A385-876020ED6D98}" destId="{87A2BF9C-29B1-425B-9EC7-46DD6E939F9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8607D-69BC-4AD8-91C1-87D85A8D2546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022847AE-FC8D-4E12-865A-32907DBE5CD9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Why Layer-2 loops are dangerous</a:t>
          </a:r>
        </a:p>
      </dsp:txBody>
      <dsp:txXfrm>
        <a:off x="2092" y="573182"/>
        <a:ext cx="2241239" cy="1344743"/>
      </dsp:txXfrm>
    </dsp:sp>
    <dsp:sp modelId="{72F04C22-37C8-438A-8559-4297CACC8A27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D5E2CEF7-C099-43F2-9564-CE4F8907CF73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What STP is and what it does</a:t>
          </a:r>
        </a:p>
      </dsp:txBody>
      <dsp:txXfrm>
        <a:off x="2758817" y="573182"/>
        <a:ext cx="2241239" cy="1344743"/>
      </dsp:txXfrm>
    </dsp:sp>
    <dsp:sp modelId="{F8C9F8E4-B619-43BE-BCC5-9EBA3FCA740E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9D308056-58C3-410F-A795-2772ED230579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Bridge ID and Priority</a:t>
          </a:r>
        </a:p>
      </dsp:txBody>
      <dsp:txXfrm>
        <a:off x="5515542" y="573182"/>
        <a:ext cx="2241239" cy="1344743"/>
      </dsp:txXfrm>
    </dsp:sp>
    <dsp:sp modelId="{06F5A354-FA4B-49B7-86BD-6FFDF8C6E20A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451DF69F-9D6C-4236-8E4C-345025CB2108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Root Bridge election</a:t>
          </a:r>
        </a:p>
      </dsp:txBody>
      <dsp:txXfrm>
        <a:off x="8272267" y="573182"/>
        <a:ext cx="2241239" cy="1344743"/>
      </dsp:txXfrm>
    </dsp:sp>
    <dsp:sp modelId="{A1A2FA21-49AC-41DB-8FDB-D7904C856433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B27D8A1D-B26F-40B1-A65D-E77011A4E07A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STP port roles</a:t>
          </a:r>
        </a:p>
      </dsp:txBody>
      <dsp:txXfrm>
        <a:off x="2092" y="2433411"/>
        <a:ext cx="2241239" cy="1344743"/>
      </dsp:txXfrm>
    </dsp:sp>
    <dsp:sp modelId="{BF154704-7331-4440-87C1-62CD2E690A1F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E9F2E137-AD4C-48EF-AF10-EFFAE60F8B1D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How STP builds the tree</a:t>
          </a:r>
        </a:p>
      </dsp:txBody>
      <dsp:txXfrm>
        <a:off x="2758817" y="2433411"/>
        <a:ext cx="2241239" cy="1344743"/>
      </dsp:txXfrm>
    </dsp:sp>
    <dsp:sp modelId="{EC5F4DDD-7AD5-4B1C-982D-363331E2D782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Walkthrough example topology</a:t>
          </a:r>
        </a:p>
      </dsp:txBody>
      <dsp:txXfrm>
        <a:off x="5515542" y="2433411"/>
        <a:ext cx="2241239" cy="13447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46A77D-DD47-4507-8504-5B48CB3F42CF}">
      <dsp:nvSpPr>
        <dsp:cNvPr id="0" name=""/>
        <dsp:cNvSpPr/>
      </dsp:nvSpPr>
      <dsp:spPr>
        <a:xfrm>
          <a:off x="0" y="30492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DC44E-5CEC-4F00-9964-2019FA3199E4}">
      <dsp:nvSpPr>
        <dsp:cNvPr id="0" name=""/>
        <dsp:cNvSpPr/>
      </dsp:nvSpPr>
      <dsp:spPr>
        <a:xfrm>
          <a:off x="525780" y="2448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Ethernet frames have no TTL</a:t>
          </a:r>
        </a:p>
      </dsp:txBody>
      <dsp:txXfrm>
        <a:off x="553160" y="51869"/>
        <a:ext cx="7306160" cy="506120"/>
      </dsp:txXfrm>
    </dsp:sp>
    <dsp:sp modelId="{877713B5-7234-4124-A035-23DC8EFEA606}">
      <dsp:nvSpPr>
        <dsp:cNvPr id="0" name=""/>
        <dsp:cNvSpPr/>
      </dsp:nvSpPr>
      <dsp:spPr>
        <a:xfrm>
          <a:off x="0" y="116676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E23BBF-6C47-439C-9CC1-ED0E88E1808B}">
      <dsp:nvSpPr>
        <dsp:cNvPr id="0" name=""/>
        <dsp:cNvSpPr/>
      </dsp:nvSpPr>
      <dsp:spPr>
        <a:xfrm>
          <a:off x="525780" y="88632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1372388"/>
                <a:satOff val="8237"/>
                <a:lumOff val="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72388"/>
                <a:satOff val="8237"/>
                <a:lumOff val="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72388"/>
                <a:satOff val="8237"/>
                <a:lumOff val="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Redundant switch links create loops</a:t>
          </a:r>
        </a:p>
      </dsp:txBody>
      <dsp:txXfrm>
        <a:off x="553160" y="913709"/>
        <a:ext cx="7306160" cy="506120"/>
      </dsp:txXfrm>
    </dsp:sp>
    <dsp:sp modelId="{7D43510E-F877-4319-AEDD-3955CC802C58}">
      <dsp:nvSpPr>
        <dsp:cNvPr id="0" name=""/>
        <dsp:cNvSpPr/>
      </dsp:nvSpPr>
      <dsp:spPr>
        <a:xfrm>
          <a:off x="0" y="2028609"/>
          <a:ext cx="1051560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95732" rIns="816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Broadcast storms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MAC address table instability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Network outage</a:t>
          </a:r>
        </a:p>
      </dsp:txBody>
      <dsp:txXfrm>
        <a:off x="0" y="2028609"/>
        <a:ext cx="10515600" cy="1436400"/>
      </dsp:txXfrm>
    </dsp:sp>
    <dsp:sp modelId="{0244BC87-620C-4D88-897B-ACB21A280458}">
      <dsp:nvSpPr>
        <dsp:cNvPr id="0" name=""/>
        <dsp:cNvSpPr/>
      </dsp:nvSpPr>
      <dsp:spPr>
        <a:xfrm>
          <a:off x="525780" y="174816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2744775"/>
                <a:satOff val="16475"/>
                <a:lumOff val="125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44775"/>
                <a:satOff val="16475"/>
                <a:lumOff val="125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44775"/>
                <a:satOff val="16475"/>
                <a:lumOff val="125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Loops cause:</a:t>
          </a:r>
        </a:p>
      </dsp:txBody>
      <dsp:txXfrm>
        <a:off x="553160" y="1775549"/>
        <a:ext cx="7306160" cy="506120"/>
      </dsp:txXfrm>
    </dsp:sp>
    <dsp:sp modelId="{2CAF27B2-7BF9-4001-B95F-F277FCFD1203}">
      <dsp:nvSpPr>
        <dsp:cNvPr id="0" name=""/>
        <dsp:cNvSpPr/>
      </dsp:nvSpPr>
      <dsp:spPr>
        <a:xfrm>
          <a:off x="0" y="384804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A5508-CF5E-47AD-9B79-281B3AA3BE6E}">
      <dsp:nvSpPr>
        <dsp:cNvPr id="0" name=""/>
        <dsp:cNvSpPr/>
      </dsp:nvSpPr>
      <dsp:spPr>
        <a:xfrm>
          <a:off x="525780" y="356760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STP exists to stop this.</a:t>
          </a:r>
        </a:p>
      </dsp:txBody>
      <dsp:txXfrm>
        <a:off x="553160" y="3594989"/>
        <a:ext cx="7306160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9C57C-D248-4747-A861-022155D84CF6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62CFA-3E14-4718-9457-C75397DA0937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16219-D10C-470C-8C74-50CA3C73889E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STP = Spanning Tree Protocol</a:t>
          </a:r>
          <a:endParaRPr lang="en-US" sz="1500" kern="1200"/>
        </a:p>
      </dsp:txBody>
      <dsp:txXfrm>
        <a:off x="127800" y="2535669"/>
        <a:ext cx="1800000" cy="720000"/>
      </dsp:txXfrm>
    </dsp:sp>
    <dsp:sp modelId="{C46D7390-7FE8-4DB5-A339-98106A4CB72B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0B5C7-34BA-4221-BCCD-27E422B879A7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0B4C3-F1F0-4245-9A0C-BC194FE393E7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 dirty="0"/>
            <a:t>IEEE 802.1D</a:t>
          </a:r>
          <a:endParaRPr lang="en-US" sz="1500" kern="1200" dirty="0"/>
        </a:p>
      </dsp:txBody>
      <dsp:txXfrm>
        <a:off x="2242800" y="2535669"/>
        <a:ext cx="1800000" cy="720000"/>
      </dsp:txXfrm>
    </dsp:sp>
    <dsp:sp modelId="{279A5532-79D2-4DC7-9FEC-A99FEF5F8743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05CD4-55A9-41EF-AD0E-2959CE5F4A08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6AFCF-F8F7-40C0-8F0C-D0F22756DC7A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Prevents Layer-2 loops</a:t>
          </a:r>
          <a:endParaRPr lang="en-US" sz="1500" kern="1200"/>
        </a:p>
      </dsp:txBody>
      <dsp:txXfrm>
        <a:off x="4357800" y="2535669"/>
        <a:ext cx="1800000" cy="720000"/>
      </dsp:txXfrm>
    </dsp:sp>
    <dsp:sp modelId="{E9C49A08-B408-4A53-AC53-EE5F8CC37EBC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662C4-DD66-4EE7-8DDC-450425060789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59FCF-462A-482E-8CB4-37CA2C524CE8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Keeps redundancy while avoiding storms</a:t>
          </a:r>
          <a:endParaRPr lang="en-US" sz="1500" kern="1200"/>
        </a:p>
      </dsp:txBody>
      <dsp:txXfrm>
        <a:off x="6472800" y="2535669"/>
        <a:ext cx="1800000" cy="720000"/>
      </dsp:txXfrm>
    </dsp:sp>
    <dsp:sp modelId="{D3ED6A05-B6F0-4AC5-825D-5B0D600CCBD2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24912-EDF4-4C3B-AF96-D43E8101BF10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E278F-A5B2-4710-B770-01DF996B7686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0" i="0" kern="1200" baseline="0"/>
            <a:t>Blocks ports logically, not physically</a:t>
          </a:r>
          <a:endParaRPr lang="en-US" sz="1500" kern="1200"/>
        </a:p>
      </dsp:txBody>
      <dsp:txXfrm>
        <a:off x="8587800" y="2535669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9DA9A-917F-432F-ACC1-6629622A3160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STP performs three steps</a:t>
          </a:r>
        </a:p>
      </dsp:txBody>
      <dsp:txXfrm>
        <a:off x="3405805" y="42725"/>
        <a:ext cx="3703990" cy="754434"/>
      </dsp:txXfrm>
    </dsp:sp>
    <dsp:sp modelId="{D3B30CF0-9D5F-4094-B09B-44D0B803B0AE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3">
                <a:hueOff val="1029291"/>
                <a:satOff val="6178"/>
                <a:lumOff val="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29291"/>
                <a:satOff val="6178"/>
                <a:lumOff val="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29291"/>
                <a:satOff val="6178"/>
                <a:lumOff val="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1. Elects a Root Bridge</a:t>
          </a:r>
        </a:p>
      </dsp:txBody>
      <dsp:txXfrm>
        <a:off x="3405805" y="920588"/>
        <a:ext cx="3703990" cy="754434"/>
      </dsp:txXfrm>
    </dsp:sp>
    <dsp:sp modelId="{A1885368-7233-4048-917A-EA287B9261E2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   2. Calculates best paths to the root</a:t>
          </a:r>
        </a:p>
      </dsp:txBody>
      <dsp:txXfrm>
        <a:off x="3405805" y="1798451"/>
        <a:ext cx="3703990" cy="754434"/>
      </dsp:txXfrm>
    </dsp:sp>
    <dsp:sp modelId="{57E8AEEE-0218-4794-8A88-330A4EEADB7E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3">
                <a:hueOff val="3087872"/>
                <a:satOff val="18534"/>
                <a:lumOff val="141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087872"/>
                <a:satOff val="18534"/>
                <a:lumOff val="141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087872"/>
                <a:satOff val="18534"/>
                <a:lumOff val="141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   3. Blocks redundant ports</a:t>
          </a:r>
        </a:p>
      </dsp:txBody>
      <dsp:txXfrm>
        <a:off x="3405805" y="2676315"/>
        <a:ext cx="3703990" cy="754434"/>
      </dsp:txXfrm>
    </dsp:sp>
    <dsp:sp modelId="{5F425710-BBAB-488D-A3CD-5A7CDD3B1A46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All decisions are based on BPDUs.</a:t>
          </a:r>
        </a:p>
      </dsp:txBody>
      <dsp:txXfrm>
        <a:off x="3405805" y="3554178"/>
        <a:ext cx="3703990" cy="7544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1653B-0692-4D5B-977B-F4DA074A6399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Switches exchange BPDUs</a:t>
          </a:r>
          <a:endParaRPr lang="en-US" sz="3900" kern="1200"/>
        </a:p>
      </dsp:txBody>
      <dsp:txXfrm>
        <a:off x="0" y="39687"/>
        <a:ext cx="3286125" cy="1971675"/>
      </dsp:txXfrm>
    </dsp:sp>
    <dsp:sp modelId="{812C2C4B-A119-4506-BA20-8B17E36D10D7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823433"/>
                <a:satOff val="4942"/>
                <a:lumOff val="3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823433"/>
                <a:satOff val="4942"/>
                <a:lumOff val="3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823433"/>
                <a:satOff val="4942"/>
                <a:lumOff val="3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BPDUs carry:</a:t>
          </a:r>
          <a:endParaRPr lang="en-US" sz="3900" kern="1200"/>
        </a:p>
      </dsp:txBody>
      <dsp:txXfrm>
        <a:off x="3614737" y="39687"/>
        <a:ext cx="3286125" cy="1971675"/>
      </dsp:txXfrm>
    </dsp:sp>
    <dsp:sp modelId="{F1883DCB-4D6E-4A42-BB86-D450E95B9F12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1646865"/>
                <a:satOff val="9885"/>
                <a:lumOff val="75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46865"/>
                <a:satOff val="9885"/>
                <a:lumOff val="75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46865"/>
                <a:satOff val="9885"/>
                <a:lumOff val="75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Root Bridge ID</a:t>
          </a:r>
          <a:endParaRPr lang="en-US" sz="3900" kern="1200"/>
        </a:p>
      </dsp:txBody>
      <dsp:txXfrm>
        <a:off x="7229475" y="39687"/>
        <a:ext cx="3286125" cy="1971675"/>
      </dsp:txXfrm>
    </dsp:sp>
    <dsp:sp modelId="{8ECE7F7C-EEDF-4D66-9096-47BCCD357FCC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2470298"/>
                <a:satOff val="14827"/>
                <a:lumOff val="112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470298"/>
                <a:satOff val="14827"/>
                <a:lumOff val="112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470298"/>
                <a:satOff val="14827"/>
                <a:lumOff val="112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Sender Bridge ID</a:t>
          </a:r>
          <a:endParaRPr lang="en-US" sz="3900" kern="1200"/>
        </a:p>
      </dsp:txBody>
      <dsp:txXfrm>
        <a:off x="0" y="2339975"/>
        <a:ext cx="3286125" cy="1971675"/>
      </dsp:txXfrm>
    </dsp:sp>
    <dsp:sp modelId="{E9276239-0C5E-473D-B365-1058F5057848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3293730"/>
                <a:satOff val="19770"/>
                <a:lumOff val="150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293730"/>
                <a:satOff val="19770"/>
                <a:lumOff val="150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293730"/>
                <a:satOff val="19770"/>
                <a:lumOff val="150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Path cost</a:t>
          </a:r>
          <a:endParaRPr lang="en-US" sz="3900" kern="1200"/>
        </a:p>
      </dsp:txBody>
      <dsp:txXfrm>
        <a:off x="3614737" y="2339975"/>
        <a:ext cx="3286125" cy="1971675"/>
      </dsp:txXfrm>
    </dsp:sp>
    <dsp:sp modelId="{CAF1842F-6C9A-4DC7-8DD6-8A1155E3825A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baseline="0"/>
            <a:t>Lowest values always win</a:t>
          </a:r>
          <a:endParaRPr lang="en-US" sz="3900" kern="1200"/>
        </a:p>
      </dsp:txBody>
      <dsp:txXfrm>
        <a:off x="7229475" y="2339975"/>
        <a:ext cx="3286125" cy="19716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F554F-D72E-43CE-AC84-C158A7D1322D}">
      <dsp:nvSpPr>
        <dsp:cNvPr id="0" name=""/>
        <dsp:cNvSpPr/>
      </dsp:nvSpPr>
      <dsp:spPr>
        <a:xfrm>
          <a:off x="0" y="30492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C5E726-3433-4DD2-95CF-1BFAA01026C3}">
      <dsp:nvSpPr>
        <dsp:cNvPr id="0" name=""/>
        <dsp:cNvSpPr/>
      </dsp:nvSpPr>
      <dsp:spPr>
        <a:xfrm>
          <a:off x="525780" y="2448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Bridge ID = Priority + MAC Address</a:t>
          </a:r>
          <a:endParaRPr lang="en-US" sz="1900" kern="1200"/>
        </a:p>
      </dsp:txBody>
      <dsp:txXfrm>
        <a:off x="553160" y="51869"/>
        <a:ext cx="7306160" cy="506120"/>
      </dsp:txXfrm>
    </dsp:sp>
    <dsp:sp modelId="{B95043CB-FA13-4BD8-9DFB-740494D3EBBF}">
      <dsp:nvSpPr>
        <dsp:cNvPr id="0" name=""/>
        <dsp:cNvSpPr/>
      </dsp:nvSpPr>
      <dsp:spPr>
        <a:xfrm>
          <a:off x="0" y="1166769"/>
          <a:ext cx="10515600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72388"/>
              <a:satOff val="8237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95732" rIns="816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Default: 32768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Lower is better</a:t>
          </a:r>
        </a:p>
      </dsp:txBody>
      <dsp:txXfrm>
        <a:off x="0" y="1166769"/>
        <a:ext cx="10515600" cy="1107225"/>
      </dsp:txXfrm>
    </dsp:sp>
    <dsp:sp modelId="{9A274F3B-2877-437B-B890-D68757B1B62F}">
      <dsp:nvSpPr>
        <dsp:cNvPr id="0" name=""/>
        <dsp:cNvSpPr/>
      </dsp:nvSpPr>
      <dsp:spPr>
        <a:xfrm>
          <a:off x="525780" y="88632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1372388"/>
                <a:satOff val="8237"/>
                <a:lumOff val="62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72388"/>
                <a:satOff val="8237"/>
                <a:lumOff val="62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72388"/>
                <a:satOff val="8237"/>
                <a:lumOff val="62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Priority:</a:t>
          </a:r>
        </a:p>
      </dsp:txBody>
      <dsp:txXfrm>
        <a:off x="553160" y="913709"/>
        <a:ext cx="7306160" cy="506120"/>
      </dsp:txXfrm>
    </dsp:sp>
    <dsp:sp modelId="{17070625-B29C-44B3-AACD-A3DEFAF05D7D}">
      <dsp:nvSpPr>
        <dsp:cNvPr id="0" name=""/>
        <dsp:cNvSpPr/>
      </dsp:nvSpPr>
      <dsp:spPr>
        <a:xfrm>
          <a:off x="0" y="2657034"/>
          <a:ext cx="10515600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44775"/>
              <a:satOff val="16475"/>
              <a:lumOff val="1255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95732" rIns="81612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Used only if priorities match</a:t>
          </a:r>
        </a:p>
      </dsp:txBody>
      <dsp:txXfrm>
        <a:off x="0" y="2657034"/>
        <a:ext cx="10515600" cy="807975"/>
      </dsp:txXfrm>
    </dsp:sp>
    <dsp:sp modelId="{D8BF63BC-B55E-4B0F-A913-A9C2E8C61069}">
      <dsp:nvSpPr>
        <dsp:cNvPr id="0" name=""/>
        <dsp:cNvSpPr/>
      </dsp:nvSpPr>
      <dsp:spPr>
        <a:xfrm>
          <a:off x="525780" y="2376594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2744775"/>
                <a:satOff val="16475"/>
                <a:lumOff val="1255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44775"/>
                <a:satOff val="16475"/>
                <a:lumOff val="1255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44775"/>
                <a:satOff val="16475"/>
                <a:lumOff val="1255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MAC Address:</a:t>
          </a:r>
        </a:p>
      </dsp:txBody>
      <dsp:txXfrm>
        <a:off x="553160" y="2403974"/>
        <a:ext cx="7306160" cy="506120"/>
      </dsp:txXfrm>
    </dsp:sp>
    <dsp:sp modelId="{CD0D63B2-BC87-4D72-B115-EB7779B44682}">
      <dsp:nvSpPr>
        <dsp:cNvPr id="0" name=""/>
        <dsp:cNvSpPr/>
      </dsp:nvSpPr>
      <dsp:spPr>
        <a:xfrm>
          <a:off x="0" y="3848049"/>
          <a:ext cx="10515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7A504-1090-410B-9F2F-6AFEF271B3D2}">
      <dsp:nvSpPr>
        <dsp:cNvPr id="0" name=""/>
        <dsp:cNvSpPr/>
      </dsp:nvSpPr>
      <dsp:spPr>
        <a:xfrm>
          <a:off x="525780" y="3567609"/>
          <a:ext cx="7360920" cy="560880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Lowest Bridge ID becomes Root Bridge.</a:t>
          </a:r>
        </a:p>
      </dsp:txBody>
      <dsp:txXfrm>
        <a:off x="553160" y="3594989"/>
        <a:ext cx="7306160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BB057-322C-4903-801A-D65E170DFD88}">
      <dsp:nvSpPr>
        <dsp:cNvPr id="0" name=""/>
        <dsp:cNvSpPr/>
      </dsp:nvSpPr>
      <dsp:spPr>
        <a:xfrm>
          <a:off x="0" y="2177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Priority controls Root Bridge election</a:t>
          </a:r>
        </a:p>
      </dsp:txBody>
      <dsp:txXfrm>
        <a:off x="51133" y="53310"/>
        <a:ext cx="3683350" cy="945199"/>
      </dsp:txXfrm>
    </dsp:sp>
    <dsp:sp modelId="{E8A0106B-AFA2-43AE-804D-95C9484BDF2B}">
      <dsp:nvSpPr>
        <dsp:cNvPr id="0" name=""/>
        <dsp:cNvSpPr/>
      </dsp:nvSpPr>
      <dsp:spPr>
        <a:xfrm rot="5400000">
          <a:off x="6731621" y="-1739242"/>
          <a:ext cx="837972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200" kern="1200" dirty="0"/>
            <a:t>0, 4096, 8192, … 61440</a:t>
          </a:r>
        </a:p>
      </dsp:txBody>
      <dsp:txXfrm rot="-5400000">
        <a:off x="3785615" y="1247670"/>
        <a:ext cx="6689078" cy="756160"/>
      </dsp:txXfrm>
    </dsp:sp>
    <dsp:sp modelId="{B1D81473-83B3-4A8D-8E03-124FC45FC9B7}">
      <dsp:nvSpPr>
        <dsp:cNvPr id="0" name=""/>
        <dsp:cNvSpPr/>
      </dsp:nvSpPr>
      <dsp:spPr>
        <a:xfrm>
          <a:off x="0" y="1102016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Valid values:</a:t>
          </a:r>
        </a:p>
      </dsp:txBody>
      <dsp:txXfrm>
        <a:off x="51133" y="1153149"/>
        <a:ext cx="3683350" cy="945199"/>
      </dsp:txXfrm>
    </dsp:sp>
    <dsp:sp modelId="{635AEC24-FF0D-46CF-8577-88B1106AB246}">
      <dsp:nvSpPr>
        <dsp:cNvPr id="0" name=""/>
        <dsp:cNvSpPr/>
      </dsp:nvSpPr>
      <dsp:spPr>
        <a:xfrm>
          <a:off x="0" y="2201855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Lower priority = higher chance to be root</a:t>
          </a:r>
        </a:p>
      </dsp:txBody>
      <dsp:txXfrm>
        <a:off x="51133" y="2252988"/>
        <a:ext cx="3683350" cy="945199"/>
      </dsp:txXfrm>
    </dsp:sp>
    <dsp:sp modelId="{947A05A1-AFF7-430F-B258-E10CBBEDB153}">
      <dsp:nvSpPr>
        <dsp:cNvPr id="0" name=""/>
        <dsp:cNvSpPr/>
      </dsp:nvSpPr>
      <dsp:spPr>
        <a:xfrm>
          <a:off x="0" y="3301694"/>
          <a:ext cx="3785616" cy="104746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Design rule:</a:t>
          </a:r>
          <a:br>
            <a:rPr lang="en-US" sz="2000" kern="1200"/>
          </a:br>
          <a:r>
            <a:rPr lang="en-US" sz="2000" kern="1200"/>
            <a:t>Core switch should have the lowest priority.</a:t>
          </a:r>
        </a:p>
      </dsp:txBody>
      <dsp:txXfrm>
        <a:off x="51133" y="3352827"/>
        <a:ext cx="3683350" cy="9451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8C0A0E-6CA8-462A-BA6D-B15CA52BE1DC}">
      <dsp:nvSpPr>
        <dsp:cNvPr id="0" name=""/>
        <dsp:cNvSpPr/>
      </dsp:nvSpPr>
      <dsp:spPr>
        <a:xfrm>
          <a:off x="0" y="430614"/>
          <a:ext cx="1051560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F5477-8D41-42A1-BD10-A09BD03FC60D}">
      <dsp:nvSpPr>
        <dsp:cNvPr id="0" name=""/>
        <dsp:cNvSpPr/>
      </dsp:nvSpPr>
      <dsp:spPr>
        <a:xfrm>
          <a:off x="525780" y="46854"/>
          <a:ext cx="7360920" cy="767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Only one Root Bridge per VLAN</a:t>
          </a:r>
        </a:p>
      </dsp:txBody>
      <dsp:txXfrm>
        <a:off x="563247" y="84321"/>
        <a:ext cx="7285986" cy="692586"/>
      </dsp:txXfrm>
    </dsp:sp>
    <dsp:sp modelId="{46B46E2B-950F-428A-A581-3B03E64B5FCE}">
      <dsp:nvSpPr>
        <dsp:cNvPr id="0" name=""/>
        <dsp:cNvSpPr/>
      </dsp:nvSpPr>
      <dsp:spPr>
        <a:xfrm>
          <a:off x="0" y="1609974"/>
          <a:ext cx="10515600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41528" rIns="816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 Root Port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All ports are Designated Ports</a:t>
          </a:r>
        </a:p>
      </dsp:txBody>
      <dsp:txXfrm>
        <a:off x="0" y="1609974"/>
        <a:ext cx="10515600" cy="1515150"/>
      </dsp:txXfrm>
    </dsp:sp>
    <dsp:sp modelId="{8E17A82B-88A7-49AE-A7E7-A159B3249519}">
      <dsp:nvSpPr>
        <dsp:cNvPr id="0" name=""/>
        <dsp:cNvSpPr/>
      </dsp:nvSpPr>
      <dsp:spPr>
        <a:xfrm>
          <a:off x="525780" y="1226214"/>
          <a:ext cx="7360920" cy="767520"/>
        </a:xfrm>
        <a:prstGeom prst="roundRect">
          <a:avLst/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Root Bridge characteristics:</a:t>
          </a:r>
        </a:p>
      </dsp:txBody>
      <dsp:txXfrm>
        <a:off x="563247" y="1263681"/>
        <a:ext cx="7285986" cy="692586"/>
      </dsp:txXfrm>
    </dsp:sp>
    <dsp:sp modelId="{6F108F9C-8219-4EA7-AF1D-6E939649CF05}">
      <dsp:nvSpPr>
        <dsp:cNvPr id="0" name=""/>
        <dsp:cNvSpPr/>
      </dsp:nvSpPr>
      <dsp:spPr>
        <a:xfrm>
          <a:off x="0" y="3649284"/>
          <a:ext cx="1051560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1F77E-EDE6-42AB-A690-0182E8D76410}">
      <dsp:nvSpPr>
        <dsp:cNvPr id="0" name=""/>
        <dsp:cNvSpPr/>
      </dsp:nvSpPr>
      <dsp:spPr>
        <a:xfrm>
          <a:off x="525780" y="3265524"/>
          <a:ext cx="7360920" cy="767520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Root Bridge is the reference point for STP</a:t>
          </a:r>
        </a:p>
      </dsp:txBody>
      <dsp:txXfrm>
        <a:off x="563247" y="3302991"/>
        <a:ext cx="7285986" cy="6925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F7E26-9D53-487B-B3E1-B24C5171727D}">
      <dsp:nvSpPr>
        <dsp:cNvPr id="0" name=""/>
        <dsp:cNvSpPr/>
      </dsp:nvSpPr>
      <dsp:spPr>
        <a:xfrm>
          <a:off x="0" y="372203"/>
          <a:ext cx="10515600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Best path toward Root Bridge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One per non-root switch</a:t>
          </a:r>
        </a:p>
      </dsp:txBody>
      <dsp:txXfrm>
        <a:off x="0" y="372203"/>
        <a:ext cx="10515600" cy="1048950"/>
      </dsp:txXfrm>
    </dsp:sp>
    <dsp:sp modelId="{0A217E8F-6D17-414A-AB91-5F2824FEF6E8}">
      <dsp:nvSpPr>
        <dsp:cNvPr id="0" name=""/>
        <dsp:cNvSpPr/>
      </dsp:nvSpPr>
      <dsp:spPr>
        <a:xfrm>
          <a:off x="525780" y="106523"/>
          <a:ext cx="7360920" cy="5313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Root Port (RP):</a:t>
          </a:r>
        </a:p>
      </dsp:txBody>
      <dsp:txXfrm>
        <a:off x="551719" y="132462"/>
        <a:ext cx="7309042" cy="479482"/>
      </dsp:txXfrm>
    </dsp:sp>
    <dsp:sp modelId="{D9336AEC-8377-4367-A094-6F980E61536C}">
      <dsp:nvSpPr>
        <dsp:cNvPr id="0" name=""/>
        <dsp:cNvSpPr/>
      </dsp:nvSpPr>
      <dsp:spPr>
        <a:xfrm>
          <a:off x="0" y="1784034"/>
          <a:ext cx="10515600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Best path away from Root Bridge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One per network segment</a:t>
          </a:r>
        </a:p>
      </dsp:txBody>
      <dsp:txXfrm>
        <a:off x="0" y="1784034"/>
        <a:ext cx="10515600" cy="1048950"/>
      </dsp:txXfrm>
    </dsp:sp>
    <dsp:sp modelId="{AD3481B0-3C2A-49E7-B481-3B9E33691B4F}">
      <dsp:nvSpPr>
        <dsp:cNvPr id="0" name=""/>
        <dsp:cNvSpPr/>
      </dsp:nvSpPr>
      <dsp:spPr>
        <a:xfrm>
          <a:off x="525780" y="1518353"/>
          <a:ext cx="7360920" cy="531360"/>
        </a:xfrm>
        <a:prstGeom prst="roundRect">
          <a:avLst/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Designated Port (DP):</a:t>
          </a:r>
        </a:p>
      </dsp:txBody>
      <dsp:txXfrm>
        <a:off x="551719" y="1544292"/>
        <a:ext cx="7309042" cy="479482"/>
      </dsp:txXfrm>
    </dsp:sp>
    <dsp:sp modelId="{D48F6DE3-9F48-46E1-8225-D26BC33D220F}">
      <dsp:nvSpPr>
        <dsp:cNvPr id="0" name=""/>
        <dsp:cNvSpPr/>
      </dsp:nvSpPr>
      <dsp:spPr>
        <a:xfrm>
          <a:off x="0" y="3195864"/>
          <a:ext cx="10515600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Prevents loops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Does not forward traffic</a:t>
          </a:r>
        </a:p>
      </dsp:txBody>
      <dsp:txXfrm>
        <a:off x="0" y="3195864"/>
        <a:ext cx="10515600" cy="1048950"/>
      </dsp:txXfrm>
    </dsp:sp>
    <dsp:sp modelId="{A2A66AE0-B989-4877-8963-1495B6D1AE59}">
      <dsp:nvSpPr>
        <dsp:cNvPr id="0" name=""/>
        <dsp:cNvSpPr/>
      </dsp:nvSpPr>
      <dsp:spPr>
        <a:xfrm>
          <a:off x="525780" y="2930184"/>
          <a:ext cx="7360920" cy="531360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Blocked / Alternate Port:</a:t>
          </a:r>
        </a:p>
      </dsp:txBody>
      <dsp:txXfrm>
        <a:off x="551719" y="2956123"/>
        <a:ext cx="7309042" cy="4794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97D4D-DF20-4FC9-AF82-1CCEC4F04A3F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STP chooses paths based on cost</a:t>
          </a:r>
        </a:p>
      </dsp:txBody>
      <dsp:txXfrm>
        <a:off x="3433446" y="70578"/>
        <a:ext cx="3648708" cy="1265378"/>
      </dsp:txXfrm>
    </dsp:sp>
    <dsp:sp modelId="{0FC92B41-868A-4300-8CC0-2341E63892AD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Cost depends on link speed</a:t>
          </a:r>
        </a:p>
      </dsp:txBody>
      <dsp:txXfrm>
        <a:off x="3433446" y="1542979"/>
        <a:ext cx="3648708" cy="1265378"/>
      </dsp:txXfrm>
    </dsp:sp>
    <dsp:sp modelId="{87A2BF9C-29B1-425B-9EC7-46DD6E939F9F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Lower total cost = preferred path</a:t>
          </a:r>
        </a:p>
      </dsp:txBody>
      <dsp:txXfrm>
        <a:off x="3433446" y="3015380"/>
        <a:ext cx="3648708" cy="1265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32C4-E6DE-92C3-8165-DC3B47466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D2BF0-8A14-1ECB-BCCB-9E8D2B1AF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4DA1D-DCEC-A372-2CDA-15DB7AC9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9EA08-3621-6002-C526-A18AB518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47062-279A-A99E-C975-0D730B18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1209-5D9D-BBAF-81B6-3161655F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2004-C31D-40D6-46A0-7CC036339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8898-E43C-1D6B-B88B-8A3899F4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9A45-C9DD-F7ED-AB4D-783BE686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670E-4C75-A056-B770-B071BF93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EEFEDE-6804-2A1B-09BB-274AB3EF4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853" y="-77500"/>
            <a:ext cx="1560077" cy="156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8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C56B-638A-620A-E2B7-856DDD1D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98FC0-8368-D902-8287-E1462EEC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F8DA4-132A-878C-0770-420655F7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EBD22-E877-4C2F-8A50-CEC65631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61F13-2772-7617-BFC9-A839DB53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5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64B7-725B-F555-9418-F18BB5A6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7F6C2-0758-978C-6F9B-5370813F3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98C17-8D87-27CF-9B2F-EE9F3718C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A62CD-8146-319B-4CE0-1D2ECA45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2489D-2642-86A1-AD68-F2F52F9A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0BC2E-0FBD-5B1D-BB4A-E307C7E9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A098A-3466-B7D3-5DB1-701D35F1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967BA-6B89-34C7-0F0F-0BA5CDC64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27AD9-724B-DE40-109C-A5C723E6F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E13E9-25A9-39F6-D3E0-C84D9A15C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507EA3-EC96-23A1-804B-E45D59EC4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E77FD-AF70-30DF-F40C-56B766F1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200E7-B36A-1AD2-616C-E3E725AB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9170A-8F5A-5461-905D-66192DB7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73EA-4931-A083-0080-86AD9339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1F5D7-EEF5-6549-049D-2289CC31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B42455-D375-A48F-F3D0-811F767D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147AE-1CE5-4C5E-7137-A778ECCE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5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69FF8-4243-CF6A-1FD4-A7ADEBEC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4F56BC-048D-6FDA-F927-EFAC82D20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54F82-9B35-EFD6-FFC9-29CED9E9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7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1C29-9448-C3B3-6D09-3522F8C2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A4C1A-5CB1-D521-05B8-13382773D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7AAF3-069A-C826-8AE2-66B1927F5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0527-A2DF-9274-1667-7012DCB4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608D2-B59A-71EC-7702-C1EB39BA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11AAB-08E3-01E5-C5CF-1DF331FE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0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4E572-3A69-F528-4D44-E7F106329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7FE58-F61A-87D2-91E0-892158177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A9AD9-259F-390E-57D5-4B82B78BF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CE5B4-FD3A-8C06-2C71-581636E8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CF534-9EC9-17A4-EA7F-34CF6A56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3065A-2A48-BB7E-C4DB-41EC89EB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3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877C-77FA-C499-0053-0A9D969F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0EF1B-DE6B-267C-9592-D908DFC96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EF86-26B4-F779-8F03-433A1235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078F5-0778-A97B-1850-08F3A2B2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31FB7-75D6-3220-5672-ABCA2281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2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D7D8A8-B0D7-4349-F033-BB64C0576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D46D1-E127-E034-0F5F-0117E9E3C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A3477-D6E8-F690-76E0-EB9DA598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7798A-D286-CFB8-3640-CE413A7D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8BEFC-BAFE-861A-6199-ECB672A2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3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46D5E-1956-FFFA-6564-8C7FC3C9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62BC2-E189-801F-9E36-3EA3C967E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97D0-E7C1-29BA-0BB8-D2F5609F8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609D6-1DEA-4598-9489-D02CAADD91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DC0B-407B-4A58-2831-A81126404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AD433-8A2F-8ED8-208D-C02C1A584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4CA32-768A-47F8-B812-97523386D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8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8AC42A-0989-9D4A-D403-2A3D71BBE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21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4401-BC3B-B23E-3529-1B847B1F6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155" y="161144"/>
            <a:ext cx="2671689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2E722B-4C16-9EAF-641C-533836761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4802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229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AC3C-82D8-8377-9D23-4306EB99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618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Problem: Layer-2 Loops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4ED17BF-D310-B968-C021-360090B0E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3513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009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AD2CD-33A8-FFC6-1B4E-F9D2DB7E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What is STP</a:t>
            </a:r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9623AA4C-D640-772C-F0B4-6CF25FF9A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8577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328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CD3E-94AB-BE88-041B-A627D713A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20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How STP Works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EE66509-FBEA-7D33-8324-2665907F8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5535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772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7539-3F7A-24B2-9488-A005FBBB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994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STP Communication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4FEB918-4EA9-DD38-DB7D-B381F11961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8604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025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45BC-8B09-E591-861F-2146965C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What is Bridge ID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09DA9DC-EC28-7FAA-3B56-CDAB74423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0891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96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CCE4-09F9-9B67-20C5-0CFD222C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STP Priority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7A6587-CA82-3F40-CAC7-3D3A614FC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9483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407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ECDA-0AF5-BABD-373D-B750DFD8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003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Root Bridge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2484B2-891D-7370-9224-98A11C843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1432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7843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7AF4-5455-7A61-9A19-20685627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116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STP Port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C8C0A3-E7CE-503B-60E5-0D804FE8A8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52065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351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03FC-1BBF-E1CD-380D-AF5C6FD9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Path Cost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47892B7-663B-6FB8-8AC5-FFE90C388A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0776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1836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D8DD5-6B47-B92E-BA25-FFC8B0B03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255" y="5592105"/>
            <a:ext cx="1489919" cy="1489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03923C-169C-6806-B032-292E197053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511" y="575395"/>
            <a:ext cx="7309776" cy="570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96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7F7A7F-0FE0-6BD6-9F0A-44B35D332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835" y="1253331"/>
            <a:ext cx="10515600" cy="43513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5400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Thank you for watching</a:t>
            </a:r>
            <a:br>
              <a:rPr lang="en-US" sz="5400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</a:br>
            <a:r>
              <a:rPr lang="en-US" sz="5400" dirty="0">
                <a:solidFill>
                  <a:srgbClr val="002060"/>
                </a:solidFill>
              </a:rPr>
              <a:t>Wishing you the best</a:t>
            </a:r>
            <a:endParaRPr lang="en-US" sz="5400" kern="12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7183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313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Agenda</vt:lpstr>
      <vt:lpstr>The Problem: Layer-2 Loops</vt:lpstr>
      <vt:lpstr>What is STP</vt:lpstr>
      <vt:lpstr>How STP Works </vt:lpstr>
      <vt:lpstr>STP Communication</vt:lpstr>
      <vt:lpstr>What is Bridge ID</vt:lpstr>
      <vt:lpstr>STP Priority</vt:lpstr>
      <vt:lpstr>Root Bridge</vt:lpstr>
      <vt:lpstr>STP Port Roles</vt:lpstr>
      <vt:lpstr>Path Cost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Husain Abdulhadi Yaqoob Yusuf Ali</dc:creator>
  <cp:lastModifiedBy>Husain Abdulhadi Yaqoob Yusuf Ali</cp:lastModifiedBy>
  <cp:revision>14</cp:revision>
  <dcterms:created xsi:type="dcterms:W3CDTF">2026-01-15T16:25:37Z</dcterms:created>
  <dcterms:modified xsi:type="dcterms:W3CDTF">2026-01-15T21:09:14Z</dcterms:modified>
</cp:coreProperties>
</file>